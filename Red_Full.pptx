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35999738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0B3B"/>
    <a:srgbClr val="052808"/>
    <a:srgbClr val="C04F14"/>
    <a:srgbClr val="C00000"/>
    <a:srgbClr val="FFC100"/>
    <a:srgbClr val="D86ECC"/>
    <a:srgbClr val="3F0A3B"/>
    <a:srgbClr val="024059"/>
    <a:srgbClr val="3A3A3A"/>
    <a:srgbClr val="0422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/>
    <p:restoredTop sz="94595"/>
  </p:normalViewPr>
  <p:slideViewPr>
    <p:cSldViewPr snapToGrid="0">
      <p:cViewPr>
        <p:scale>
          <a:sx n="290" d="100"/>
          <a:sy n="290" d="100"/>
        </p:scale>
        <p:origin x="144" y="-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5F1DC-1706-A34D-B5FB-0CCA13E874C2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451C4-2BF6-1D42-99C3-0F8BF1E3A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66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7451C4-2BF6-1D42-99C3-0F8BF1E3A9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71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9967" y="3534924"/>
            <a:ext cx="26999804" cy="7519835"/>
          </a:xfrm>
        </p:spPr>
        <p:txBody>
          <a:bodyPr anchor="b"/>
          <a:lstStyle>
            <a:lvl1pPr algn="ctr">
              <a:defRPr sz="1771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1344752"/>
            <a:ext cx="26999804" cy="5214884"/>
          </a:xfrm>
        </p:spPr>
        <p:txBody>
          <a:bodyPr/>
          <a:lstStyle>
            <a:lvl1pPr marL="0" indent="0" algn="ctr">
              <a:buNone/>
              <a:defRPr sz="7086"/>
            </a:lvl1pPr>
            <a:lvl2pPr marL="1349974" indent="0" algn="ctr">
              <a:buNone/>
              <a:defRPr sz="5905"/>
            </a:lvl2pPr>
            <a:lvl3pPr marL="2699949" indent="0" algn="ctr">
              <a:buNone/>
              <a:defRPr sz="5315"/>
            </a:lvl3pPr>
            <a:lvl4pPr marL="4049923" indent="0" algn="ctr">
              <a:buNone/>
              <a:defRPr sz="4724"/>
            </a:lvl4pPr>
            <a:lvl5pPr marL="5399898" indent="0" algn="ctr">
              <a:buNone/>
              <a:defRPr sz="4724"/>
            </a:lvl5pPr>
            <a:lvl6pPr marL="6749872" indent="0" algn="ctr">
              <a:buNone/>
              <a:defRPr sz="4724"/>
            </a:lvl6pPr>
            <a:lvl7pPr marL="8099847" indent="0" algn="ctr">
              <a:buNone/>
              <a:defRPr sz="4724"/>
            </a:lvl7pPr>
            <a:lvl8pPr marL="9449821" indent="0" algn="ctr">
              <a:buNone/>
              <a:defRPr sz="4724"/>
            </a:lvl8pPr>
            <a:lvl9pPr marL="10799796" indent="0" algn="ctr">
              <a:buNone/>
              <a:defRPr sz="472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80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3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2" y="5384885"/>
            <a:ext cx="31049774" cy="8984801"/>
          </a:xfrm>
        </p:spPr>
        <p:txBody>
          <a:bodyPr anchor="b"/>
          <a:lstStyle>
            <a:lvl1pPr>
              <a:defRPr sz="1771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2" y="14454685"/>
            <a:ext cx="31049774" cy="4724895"/>
          </a:xfrm>
        </p:spPr>
        <p:txBody>
          <a:bodyPr/>
          <a:lstStyle>
            <a:lvl1pPr marL="0" indent="0">
              <a:buNone/>
              <a:defRPr sz="7086">
                <a:solidFill>
                  <a:schemeClr val="tx1">
                    <a:tint val="82000"/>
                  </a:schemeClr>
                </a:solidFill>
              </a:defRPr>
            </a:lvl1pPr>
            <a:lvl2pPr marL="1349974" indent="0">
              <a:buNone/>
              <a:defRPr sz="5905">
                <a:solidFill>
                  <a:schemeClr val="tx1">
                    <a:tint val="82000"/>
                  </a:schemeClr>
                </a:solidFill>
              </a:defRPr>
            </a:lvl2pPr>
            <a:lvl3pPr marL="2699949" indent="0">
              <a:buNone/>
              <a:defRPr sz="5315">
                <a:solidFill>
                  <a:schemeClr val="tx1">
                    <a:tint val="82000"/>
                  </a:schemeClr>
                </a:solidFill>
              </a:defRPr>
            </a:lvl3pPr>
            <a:lvl4pPr marL="4049923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4pPr>
            <a:lvl5pPr marL="5399898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5pPr>
            <a:lvl6pPr marL="6749872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6pPr>
            <a:lvl7pPr marL="8099847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7pPr>
            <a:lvl8pPr marL="9449821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8pPr>
            <a:lvl9pPr marL="10799796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7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5749874"/>
            <a:ext cx="15299889" cy="137047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5749874"/>
            <a:ext cx="15299889" cy="137047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28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149976"/>
            <a:ext cx="31049774" cy="417491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2" y="5294885"/>
            <a:ext cx="15229575" cy="2594941"/>
          </a:xfrm>
        </p:spPr>
        <p:txBody>
          <a:bodyPr anchor="b"/>
          <a:lstStyle>
            <a:lvl1pPr marL="0" indent="0">
              <a:buNone/>
              <a:defRPr sz="7086" b="1"/>
            </a:lvl1pPr>
            <a:lvl2pPr marL="1349974" indent="0">
              <a:buNone/>
              <a:defRPr sz="5905" b="1"/>
            </a:lvl2pPr>
            <a:lvl3pPr marL="2699949" indent="0">
              <a:buNone/>
              <a:defRPr sz="5315" b="1"/>
            </a:lvl3pPr>
            <a:lvl4pPr marL="4049923" indent="0">
              <a:buNone/>
              <a:defRPr sz="4724" b="1"/>
            </a:lvl4pPr>
            <a:lvl5pPr marL="5399898" indent="0">
              <a:buNone/>
              <a:defRPr sz="4724" b="1"/>
            </a:lvl5pPr>
            <a:lvl6pPr marL="6749872" indent="0">
              <a:buNone/>
              <a:defRPr sz="4724" b="1"/>
            </a:lvl6pPr>
            <a:lvl7pPr marL="8099847" indent="0">
              <a:buNone/>
              <a:defRPr sz="4724" b="1"/>
            </a:lvl7pPr>
            <a:lvl8pPr marL="9449821" indent="0">
              <a:buNone/>
              <a:defRPr sz="4724" b="1"/>
            </a:lvl8pPr>
            <a:lvl9pPr marL="10799796" indent="0">
              <a:buNone/>
              <a:defRPr sz="472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2" y="7889827"/>
            <a:ext cx="15229575" cy="116047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7" y="5294885"/>
            <a:ext cx="15304578" cy="2594941"/>
          </a:xfrm>
        </p:spPr>
        <p:txBody>
          <a:bodyPr anchor="b"/>
          <a:lstStyle>
            <a:lvl1pPr marL="0" indent="0">
              <a:buNone/>
              <a:defRPr sz="7086" b="1"/>
            </a:lvl1pPr>
            <a:lvl2pPr marL="1349974" indent="0">
              <a:buNone/>
              <a:defRPr sz="5905" b="1"/>
            </a:lvl2pPr>
            <a:lvl3pPr marL="2699949" indent="0">
              <a:buNone/>
              <a:defRPr sz="5315" b="1"/>
            </a:lvl3pPr>
            <a:lvl4pPr marL="4049923" indent="0">
              <a:buNone/>
              <a:defRPr sz="4724" b="1"/>
            </a:lvl4pPr>
            <a:lvl5pPr marL="5399898" indent="0">
              <a:buNone/>
              <a:defRPr sz="4724" b="1"/>
            </a:lvl5pPr>
            <a:lvl6pPr marL="6749872" indent="0">
              <a:buNone/>
              <a:defRPr sz="4724" b="1"/>
            </a:lvl6pPr>
            <a:lvl7pPr marL="8099847" indent="0">
              <a:buNone/>
              <a:defRPr sz="4724" b="1"/>
            </a:lvl7pPr>
            <a:lvl8pPr marL="9449821" indent="0">
              <a:buNone/>
              <a:defRPr sz="4724" b="1"/>
            </a:lvl8pPr>
            <a:lvl9pPr marL="10799796" indent="0">
              <a:buNone/>
              <a:defRPr sz="472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7" y="7889827"/>
            <a:ext cx="15304578" cy="116047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54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83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35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439968"/>
            <a:ext cx="11610852" cy="5039889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3109933"/>
            <a:ext cx="18224867" cy="15349662"/>
          </a:xfrm>
        </p:spPr>
        <p:txBody>
          <a:bodyPr/>
          <a:lstStyle>
            <a:lvl1pPr>
              <a:defRPr sz="9449"/>
            </a:lvl1pPr>
            <a:lvl2pPr>
              <a:defRPr sz="8268"/>
            </a:lvl2pPr>
            <a:lvl3pPr>
              <a:defRPr sz="7086"/>
            </a:lvl3pPr>
            <a:lvl4pPr>
              <a:defRPr sz="5905"/>
            </a:lvl4pPr>
            <a:lvl5pPr>
              <a:defRPr sz="5905"/>
            </a:lvl5pPr>
            <a:lvl6pPr>
              <a:defRPr sz="5905"/>
            </a:lvl6pPr>
            <a:lvl7pPr>
              <a:defRPr sz="5905"/>
            </a:lvl7pPr>
            <a:lvl8pPr>
              <a:defRPr sz="5905"/>
            </a:lvl8pPr>
            <a:lvl9pPr>
              <a:defRPr sz="590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6479857"/>
            <a:ext cx="11610852" cy="12004738"/>
          </a:xfrm>
        </p:spPr>
        <p:txBody>
          <a:bodyPr/>
          <a:lstStyle>
            <a:lvl1pPr marL="0" indent="0">
              <a:buNone/>
              <a:defRPr sz="4724"/>
            </a:lvl1pPr>
            <a:lvl2pPr marL="1349974" indent="0">
              <a:buNone/>
              <a:defRPr sz="4134"/>
            </a:lvl2pPr>
            <a:lvl3pPr marL="2699949" indent="0">
              <a:buNone/>
              <a:defRPr sz="3543"/>
            </a:lvl3pPr>
            <a:lvl4pPr marL="4049923" indent="0">
              <a:buNone/>
              <a:defRPr sz="2953"/>
            </a:lvl4pPr>
            <a:lvl5pPr marL="5399898" indent="0">
              <a:buNone/>
              <a:defRPr sz="2953"/>
            </a:lvl5pPr>
            <a:lvl6pPr marL="6749872" indent="0">
              <a:buNone/>
              <a:defRPr sz="2953"/>
            </a:lvl6pPr>
            <a:lvl7pPr marL="8099847" indent="0">
              <a:buNone/>
              <a:defRPr sz="2953"/>
            </a:lvl7pPr>
            <a:lvl8pPr marL="9449821" indent="0">
              <a:buNone/>
              <a:defRPr sz="2953"/>
            </a:lvl8pPr>
            <a:lvl9pPr marL="10799796" indent="0">
              <a:buNone/>
              <a:defRPr sz="295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4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439968"/>
            <a:ext cx="11610852" cy="5039889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3109933"/>
            <a:ext cx="18224867" cy="15349662"/>
          </a:xfrm>
        </p:spPr>
        <p:txBody>
          <a:bodyPr anchor="t"/>
          <a:lstStyle>
            <a:lvl1pPr marL="0" indent="0">
              <a:buNone/>
              <a:defRPr sz="9449"/>
            </a:lvl1pPr>
            <a:lvl2pPr marL="1349974" indent="0">
              <a:buNone/>
              <a:defRPr sz="8268"/>
            </a:lvl2pPr>
            <a:lvl3pPr marL="2699949" indent="0">
              <a:buNone/>
              <a:defRPr sz="7086"/>
            </a:lvl3pPr>
            <a:lvl4pPr marL="4049923" indent="0">
              <a:buNone/>
              <a:defRPr sz="5905"/>
            </a:lvl4pPr>
            <a:lvl5pPr marL="5399898" indent="0">
              <a:buNone/>
              <a:defRPr sz="5905"/>
            </a:lvl5pPr>
            <a:lvl6pPr marL="6749872" indent="0">
              <a:buNone/>
              <a:defRPr sz="5905"/>
            </a:lvl6pPr>
            <a:lvl7pPr marL="8099847" indent="0">
              <a:buNone/>
              <a:defRPr sz="5905"/>
            </a:lvl7pPr>
            <a:lvl8pPr marL="9449821" indent="0">
              <a:buNone/>
              <a:defRPr sz="5905"/>
            </a:lvl8pPr>
            <a:lvl9pPr marL="10799796" indent="0">
              <a:buNone/>
              <a:defRPr sz="590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6479857"/>
            <a:ext cx="11610852" cy="12004738"/>
          </a:xfrm>
        </p:spPr>
        <p:txBody>
          <a:bodyPr/>
          <a:lstStyle>
            <a:lvl1pPr marL="0" indent="0">
              <a:buNone/>
              <a:defRPr sz="4724"/>
            </a:lvl1pPr>
            <a:lvl2pPr marL="1349974" indent="0">
              <a:buNone/>
              <a:defRPr sz="4134"/>
            </a:lvl2pPr>
            <a:lvl3pPr marL="2699949" indent="0">
              <a:buNone/>
              <a:defRPr sz="3543"/>
            </a:lvl3pPr>
            <a:lvl4pPr marL="4049923" indent="0">
              <a:buNone/>
              <a:defRPr sz="2953"/>
            </a:lvl4pPr>
            <a:lvl5pPr marL="5399898" indent="0">
              <a:buNone/>
              <a:defRPr sz="2953"/>
            </a:lvl5pPr>
            <a:lvl6pPr marL="6749872" indent="0">
              <a:buNone/>
              <a:defRPr sz="2953"/>
            </a:lvl6pPr>
            <a:lvl7pPr marL="8099847" indent="0">
              <a:buNone/>
              <a:defRPr sz="2953"/>
            </a:lvl7pPr>
            <a:lvl8pPr marL="9449821" indent="0">
              <a:buNone/>
              <a:defRPr sz="2953"/>
            </a:lvl8pPr>
            <a:lvl9pPr marL="10799796" indent="0">
              <a:buNone/>
              <a:defRPr sz="295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1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1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2" y="1149975"/>
            <a:ext cx="7762444" cy="1830459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2" y="1149975"/>
            <a:ext cx="22837334" cy="18304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61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149976"/>
            <a:ext cx="31049774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5749874"/>
            <a:ext cx="31049774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20019561"/>
            <a:ext cx="8099941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09473-D950-F046-9DA2-FE07D05AF2F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20019561"/>
            <a:ext cx="12149912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20019561"/>
            <a:ext cx="8099941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F2603-8C95-6D49-AECC-91AE6ADD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54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699949" rtl="0" eaLnBrk="1" latinLnBrk="0" hangingPunct="1">
        <a:lnSpc>
          <a:spcPct val="90000"/>
        </a:lnSpc>
        <a:spcBef>
          <a:spcPct val="0"/>
        </a:spcBef>
        <a:buNone/>
        <a:defRPr sz="12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4987" indent="-674987" algn="l" defTabSz="2699949" rtl="0" eaLnBrk="1" latinLnBrk="0" hangingPunct="1">
        <a:lnSpc>
          <a:spcPct val="90000"/>
        </a:lnSpc>
        <a:spcBef>
          <a:spcPts val="2953"/>
        </a:spcBef>
        <a:buFont typeface="Arial" panose="020B0604020202020204" pitchFamily="34" charset="0"/>
        <a:buChar char="•"/>
        <a:defRPr sz="8268" kern="1200">
          <a:solidFill>
            <a:schemeClr val="tx1"/>
          </a:solidFill>
          <a:latin typeface="+mn-lt"/>
          <a:ea typeface="+mn-ea"/>
          <a:cs typeface="+mn-cs"/>
        </a:defRPr>
      </a:lvl1pPr>
      <a:lvl2pPr marL="2024962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2pPr>
      <a:lvl3pPr marL="3374936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905" kern="1200">
          <a:solidFill>
            <a:schemeClr val="tx1"/>
          </a:solidFill>
          <a:latin typeface="+mn-lt"/>
          <a:ea typeface="+mn-ea"/>
          <a:cs typeface="+mn-cs"/>
        </a:defRPr>
      </a:lvl3pPr>
      <a:lvl4pPr marL="4724911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4pPr>
      <a:lvl5pPr marL="6074885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5pPr>
      <a:lvl6pPr marL="7424859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6pPr>
      <a:lvl7pPr marL="8774834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7pPr>
      <a:lvl8pPr marL="10124808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8pPr>
      <a:lvl9pPr marL="11474783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1pPr>
      <a:lvl2pPr marL="1349974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2pPr>
      <a:lvl3pPr marL="2699949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3pPr>
      <a:lvl4pPr marL="4049923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4pPr>
      <a:lvl5pPr marL="5399898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5pPr>
      <a:lvl6pPr marL="6749872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6pPr>
      <a:lvl7pPr marL="8099847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7pPr>
      <a:lvl8pPr marL="9449821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8pPr>
      <a:lvl9pPr marL="10799796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153">
            <a:extLst>
              <a:ext uri="{FF2B5EF4-FFF2-40B4-BE49-F238E27FC236}">
                <a16:creationId xmlns:a16="http://schemas.microsoft.com/office/drawing/2014/main" id="{8E74E605-9D67-0FF2-EE71-02BEBF69227C}"/>
              </a:ext>
            </a:extLst>
          </p:cNvPr>
          <p:cNvGrpSpPr/>
          <p:nvPr/>
        </p:nvGrpSpPr>
        <p:grpSpPr>
          <a:xfrm>
            <a:off x="2469772" y="2527028"/>
            <a:ext cx="30125718" cy="12927305"/>
            <a:chOff x="1076400" y="262799"/>
            <a:chExt cx="30125718" cy="12927305"/>
          </a:xfrm>
        </p:grpSpPr>
        <p:sp>
          <p:nvSpPr>
            <p:cNvPr id="155" name="Pentagon 154">
              <a:extLst>
                <a:ext uri="{FF2B5EF4-FFF2-40B4-BE49-F238E27FC236}">
                  <a16:creationId xmlns:a16="http://schemas.microsoft.com/office/drawing/2014/main" id="{7C212AC7-FB18-F5DA-7EAF-AAD68D69ECF5}"/>
                </a:ext>
              </a:extLst>
            </p:cNvPr>
            <p:cNvSpPr/>
            <p:nvPr/>
          </p:nvSpPr>
          <p:spPr>
            <a:xfrm>
              <a:off x="1076400" y="1418921"/>
              <a:ext cx="533400" cy="264207"/>
            </a:xfrm>
            <a:prstGeom prst="homePlat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D8316A13-0CB8-5C76-AE14-F90348D4A0ED}"/>
                </a:ext>
              </a:extLst>
            </p:cNvPr>
            <p:cNvGrpSpPr/>
            <p:nvPr/>
          </p:nvGrpSpPr>
          <p:grpSpPr>
            <a:xfrm>
              <a:off x="11940493" y="4165480"/>
              <a:ext cx="4225471" cy="3192081"/>
              <a:chOff x="11940493" y="4165480"/>
              <a:chExt cx="4225471" cy="3192081"/>
            </a:xfrm>
          </p:grpSpPr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ABF4BC25-FC18-C40B-88A5-58052C2378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40493" y="4291603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F6AA7AA3-B3FD-D862-7076-3A685D3099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41799" y="4712196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295" name="Pentagon 294">
                <a:extLst>
                  <a:ext uri="{FF2B5EF4-FFF2-40B4-BE49-F238E27FC236}">
                    <a16:creationId xmlns:a16="http://schemas.microsoft.com/office/drawing/2014/main" id="{C782D6C8-623B-A09A-3729-2ECD2FE3DFF9}"/>
                  </a:ext>
                </a:extLst>
              </p:cNvPr>
              <p:cNvSpPr/>
              <p:nvPr/>
            </p:nvSpPr>
            <p:spPr>
              <a:xfrm>
                <a:off x="12662266" y="4165480"/>
                <a:ext cx="533400" cy="264207"/>
              </a:xfrm>
              <a:prstGeom prst="homePlat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96" name="Pentagon 295">
                <a:extLst>
                  <a:ext uri="{FF2B5EF4-FFF2-40B4-BE49-F238E27FC236}">
                    <a16:creationId xmlns:a16="http://schemas.microsoft.com/office/drawing/2014/main" id="{3A38385A-F0F8-FFB7-9BD2-0A6CA7FD2E18}"/>
                  </a:ext>
                </a:extLst>
              </p:cNvPr>
              <p:cNvSpPr/>
              <p:nvPr/>
            </p:nvSpPr>
            <p:spPr>
              <a:xfrm>
                <a:off x="12659981" y="4586595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A1EA5ADC-3710-7EAC-DB53-9F544702E64C}"/>
                  </a:ext>
                </a:extLst>
              </p:cNvPr>
              <p:cNvSpPr/>
              <p:nvPr/>
            </p:nvSpPr>
            <p:spPr>
              <a:xfrm>
                <a:off x="14977964" y="6661908"/>
                <a:ext cx="1188000" cy="6956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REGISTER</a:t>
                </a:r>
              </a:p>
            </p:txBody>
          </p: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19E031B8-7027-D562-8A2F-46A2BA81DB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4410" y="4295968"/>
                <a:ext cx="108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20EB4F7D-4441-9E57-E750-7C0E6E4105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87733" y="471869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63A7FB5D-2EAF-B215-494E-29184E9B52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898494" y="4712196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29F6B56E-9B24-C560-C1F4-0FCC73243A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265702" y="4291602"/>
                <a:ext cx="0" cy="252000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7F4E96FD-A048-9314-AC20-CDBB335F37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257964" y="6808344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2A93DABF-3FA5-AA14-1435-1DD4127A85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889256" y="7224152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D8519117-FB67-EF57-2F04-92A414A1BAB9}"/>
                </a:ext>
              </a:extLst>
            </p:cNvPr>
            <p:cNvGrpSpPr/>
            <p:nvPr/>
          </p:nvGrpSpPr>
          <p:grpSpPr>
            <a:xfrm>
              <a:off x="17506800" y="2887401"/>
              <a:ext cx="1251192" cy="264207"/>
              <a:chOff x="16065384" y="2887401"/>
              <a:chExt cx="1251192" cy="264207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F0C5A522-B89E-9AA1-3682-534EC81D44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065384" y="3019506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292" name="Pentagon 291">
                <a:extLst>
                  <a:ext uri="{FF2B5EF4-FFF2-40B4-BE49-F238E27FC236}">
                    <a16:creationId xmlns:a16="http://schemas.microsoft.com/office/drawing/2014/main" id="{0F44B1A9-F079-B2B6-D471-F37F4856B5C7}"/>
                  </a:ext>
                </a:extLst>
              </p:cNvPr>
              <p:cNvSpPr/>
              <p:nvPr/>
            </p:nvSpPr>
            <p:spPr>
              <a:xfrm>
                <a:off x="16783176" y="2887401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A8B11944-D13C-2423-8982-98019E5B50DA}"/>
                </a:ext>
              </a:extLst>
            </p:cNvPr>
            <p:cNvGrpSpPr/>
            <p:nvPr/>
          </p:nvGrpSpPr>
          <p:grpSpPr>
            <a:xfrm>
              <a:off x="1076400" y="1497024"/>
              <a:ext cx="4124840" cy="1660390"/>
              <a:chOff x="1076400" y="1497024"/>
              <a:chExt cx="4124840" cy="1660390"/>
            </a:xfrm>
          </p:grpSpPr>
          <p:sp>
            <p:nvSpPr>
              <p:cNvPr id="284" name="Pentagon 283">
                <a:extLst>
                  <a:ext uri="{FF2B5EF4-FFF2-40B4-BE49-F238E27FC236}">
                    <a16:creationId xmlns:a16="http://schemas.microsoft.com/office/drawing/2014/main" id="{DBF2CA43-D483-37B5-3BCC-4F058780BE36}"/>
                  </a:ext>
                </a:extLst>
              </p:cNvPr>
              <p:cNvSpPr/>
              <p:nvPr/>
            </p:nvSpPr>
            <p:spPr>
              <a:xfrm>
                <a:off x="1076400" y="2304000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285" name="Pentagon 284">
                <a:extLst>
                  <a:ext uri="{FF2B5EF4-FFF2-40B4-BE49-F238E27FC236}">
                    <a16:creationId xmlns:a16="http://schemas.microsoft.com/office/drawing/2014/main" id="{EEE9ACD0-290F-7A4D-BE5C-37DCAD86ECFB}"/>
                  </a:ext>
                </a:extLst>
              </p:cNvPr>
              <p:cNvSpPr/>
              <p:nvPr/>
            </p:nvSpPr>
            <p:spPr>
              <a:xfrm>
                <a:off x="1076400" y="2736000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7AD6CE18-E297-8A6B-A661-03AED374C56E}"/>
                  </a:ext>
                </a:extLst>
              </p:cNvPr>
              <p:cNvCxnSpPr>
                <a:cxnSpLocks/>
                <a:endCxn id="289" idx="1"/>
              </p:cNvCxnSpPr>
              <p:nvPr/>
            </p:nvCxnSpPr>
            <p:spPr>
              <a:xfrm>
                <a:off x="1609800" y="2436425"/>
                <a:ext cx="2151440" cy="989"/>
              </a:xfrm>
              <a:prstGeom prst="line">
                <a:avLst/>
              </a:prstGeom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86A0F698-3D71-1C83-5411-99FB3648214B}"/>
                  </a:ext>
                </a:extLst>
              </p:cNvPr>
              <p:cNvCxnSpPr>
                <a:cxnSpLocks/>
                <a:stCxn id="285" idx="3"/>
              </p:cNvCxnSpPr>
              <p:nvPr/>
            </p:nvCxnSpPr>
            <p:spPr>
              <a:xfrm>
                <a:off x="1609800" y="2868104"/>
                <a:ext cx="2151440" cy="768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88" name="Elbow Connector 287">
                <a:extLst>
                  <a:ext uri="{FF2B5EF4-FFF2-40B4-BE49-F238E27FC236}">
                    <a16:creationId xmlns:a16="http://schemas.microsoft.com/office/drawing/2014/main" id="{F78EF96E-D2A5-8054-74A5-DC50467618C2}"/>
                  </a:ext>
                </a:extLst>
              </p:cNvPr>
              <p:cNvCxnSpPr>
                <a:cxnSpLocks/>
                <a:stCxn id="155" idx="3"/>
              </p:cNvCxnSpPr>
              <p:nvPr/>
            </p:nvCxnSpPr>
            <p:spPr>
              <a:xfrm>
                <a:off x="1609800" y="1551025"/>
                <a:ext cx="2147899" cy="501097"/>
              </a:xfrm>
              <a:prstGeom prst="bentConnector3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B4114A09-686D-E923-6950-B8544BF7CEF9}"/>
                  </a:ext>
                </a:extLst>
              </p:cNvPr>
              <p:cNvSpPr/>
              <p:nvPr/>
            </p:nvSpPr>
            <p:spPr>
              <a:xfrm>
                <a:off x="3761240" y="1717414"/>
                <a:ext cx="1440000" cy="144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LOW PASS FILTER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0502FD1B-13A9-8A55-77DC-2E70A6DC1D13}"/>
                  </a:ext>
                </a:extLst>
              </p:cNvPr>
              <p:cNvSpPr/>
              <p:nvPr/>
            </p:nvSpPr>
            <p:spPr>
              <a:xfrm>
                <a:off x="2631157" y="1497024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B8F2511-D7BF-3596-695E-2C314000BFA5}"/>
                </a:ext>
              </a:extLst>
            </p:cNvPr>
            <p:cNvGrpSpPr/>
            <p:nvPr/>
          </p:nvGrpSpPr>
          <p:grpSpPr>
            <a:xfrm>
              <a:off x="1609800" y="1497024"/>
              <a:ext cx="17850583" cy="3778004"/>
              <a:chOff x="1609800" y="1497024"/>
              <a:chExt cx="17850583" cy="3778004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B0509C79-ED02-DD6C-D276-13E2B487C4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72383" y="3448939"/>
                <a:ext cx="0" cy="18072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04B68468-E5EC-5D58-AF47-19B72BB1A0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51050" y="2622662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269" name="Pentagon 268">
                <a:extLst>
                  <a:ext uri="{FF2B5EF4-FFF2-40B4-BE49-F238E27FC236}">
                    <a16:creationId xmlns:a16="http://schemas.microsoft.com/office/drawing/2014/main" id="{961E310A-C513-628B-2FD7-C7100C0D56D4}"/>
                  </a:ext>
                </a:extLst>
              </p:cNvPr>
              <p:cNvSpPr/>
              <p:nvPr/>
            </p:nvSpPr>
            <p:spPr>
              <a:xfrm>
                <a:off x="5924339" y="2490998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0D2E2B7F-619A-3B75-D38B-E5E2FD929F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47118" y="3050214"/>
                <a:ext cx="720000" cy="1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271" name="Pentagon 270">
                <a:extLst>
                  <a:ext uri="{FF2B5EF4-FFF2-40B4-BE49-F238E27FC236}">
                    <a16:creationId xmlns:a16="http://schemas.microsoft.com/office/drawing/2014/main" id="{465163EF-8C04-80A4-C859-EAEDDFB64999}"/>
                  </a:ext>
                </a:extLst>
              </p:cNvPr>
              <p:cNvSpPr/>
              <p:nvPr/>
            </p:nvSpPr>
            <p:spPr>
              <a:xfrm>
                <a:off x="5914057" y="2916579"/>
                <a:ext cx="533400" cy="264207"/>
              </a:xfrm>
              <a:prstGeom prst="homePlat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45158795-3728-34F1-238A-F73EED0340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99619" y="2622662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391835CF-C712-5AFC-9B39-CEB466C26D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04339" y="3048682"/>
                <a:ext cx="720000" cy="1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74" name="Elbow Connector 273">
                <a:extLst>
                  <a:ext uri="{FF2B5EF4-FFF2-40B4-BE49-F238E27FC236}">
                    <a16:creationId xmlns:a16="http://schemas.microsoft.com/office/drawing/2014/main" id="{6126CA44-AB11-CF21-A91E-A2434BBA2C6C}"/>
                  </a:ext>
                </a:extLst>
              </p:cNvPr>
              <p:cNvCxnSpPr>
                <a:cxnSpLocks/>
                <a:stCxn id="155" idx="3"/>
              </p:cNvCxnSpPr>
              <p:nvPr/>
            </p:nvCxnSpPr>
            <p:spPr>
              <a:xfrm>
                <a:off x="1609800" y="1551025"/>
                <a:ext cx="7455600" cy="698585"/>
              </a:xfrm>
              <a:prstGeom prst="bentConnector3">
                <a:avLst>
                  <a:gd name="adj1" fmla="val 61038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0EC30738-B8FB-7DBD-CA87-E7B44473BE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62101" y="3455445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84535113-6737-026C-0C42-B74FFA7CE4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2383" y="5248939"/>
                <a:ext cx="11088000" cy="1767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F8900255-D96E-7574-7FBC-E910B646B865}"/>
                  </a:ext>
                </a:extLst>
              </p:cNvPr>
              <p:cNvSpPr/>
              <p:nvPr/>
            </p:nvSpPr>
            <p:spPr>
              <a:xfrm>
                <a:off x="7175920" y="2485121"/>
                <a:ext cx="1188000" cy="6956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REGISTER</a:t>
                </a:r>
              </a:p>
            </p:txBody>
          </p: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A94775D2-C153-D5CA-1429-84433FFBBA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62101" y="263562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4F6B9986-3005-5DEE-6CA3-F7B5C54F62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72383" y="3064118"/>
                <a:ext cx="720000" cy="1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28E4F30F-5053-CA54-D3EC-D963253162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738000" y="3019506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705B6E7B-ACBB-F889-B5C2-784B504EB2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458000" y="3010628"/>
                <a:ext cx="0" cy="22644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D296B9E4-CFBE-2AB7-A3F5-7A783A453229}"/>
                  </a:ext>
                </a:extLst>
              </p:cNvPr>
              <p:cNvSpPr/>
              <p:nvPr/>
            </p:nvSpPr>
            <p:spPr>
              <a:xfrm>
                <a:off x="9074367" y="2091619"/>
                <a:ext cx="2880000" cy="288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EPI COMPILER</a:t>
                </a:r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4BF7B356-3FF5-610F-2857-CEB6A0AA9C03}"/>
                  </a:ext>
                </a:extLst>
              </p:cNvPr>
              <p:cNvSpPr/>
              <p:nvPr/>
            </p:nvSpPr>
            <p:spPr>
              <a:xfrm>
                <a:off x="6107747" y="1497024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094D26A0-349A-F9A7-E556-8F37C1ACCC47}"/>
                </a:ext>
              </a:extLst>
            </p:cNvPr>
            <p:cNvGrpSpPr/>
            <p:nvPr/>
          </p:nvGrpSpPr>
          <p:grpSpPr>
            <a:xfrm>
              <a:off x="1609800" y="1497024"/>
              <a:ext cx="18162734" cy="6592710"/>
              <a:chOff x="1609800" y="1497024"/>
              <a:chExt cx="18162734" cy="6592710"/>
            </a:xfrm>
          </p:grpSpPr>
          <p:cxnSp>
            <p:nvCxnSpPr>
              <p:cNvPr id="262" name="Elbow Connector 261">
                <a:extLst>
                  <a:ext uri="{FF2B5EF4-FFF2-40B4-BE49-F238E27FC236}">
                    <a16:creationId xmlns:a16="http://schemas.microsoft.com/office/drawing/2014/main" id="{21223C9D-D2AD-D4EF-7170-9CF4582A55B9}"/>
                  </a:ext>
                </a:extLst>
              </p:cNvPr>
              <p:cNvCxnSpPr>
                <a:cxnSpLocks/>
                <a:stCxn id="155" idx="3"/>
              </p:cNvCxnSpPr>
              <p:nvPr/>
            </p:nvCxnSpPr>
            <p:spPr>
              <a:xfrm>
                <a:off x="1609800" y="1551025"/>
                <a:ext cx="15997040" cy="4784882"/>
              </a:xfrm>
              <a:prstGeom prst="bentConnector3">
                <a:avLst>
                  <a:gd name="adj1" fmla="val 2857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E1F1F7D7-EA23-F2F7-D118-FA52D24424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164463" y="7261119"/>
                <a:ext cx="144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ED38D0AF-596A-40CB-3B86-03BD01CDD9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168543" y="6810653"/>
                <a:ext cx="144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3232A736-E261-C51A-86C8-9DFABDB08DCE}"/>
                  </a:ext>
                </a:extLst>
              </p:cNvPr>
              <p:cNvSpPr/>
              <p:nvPr/>
            </p:nvSpPr>
            <p:spPr>
              <a:xfrm>
                <a:off x="17612534" y="5929734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CONFIDENCE COMPUTER</a:t>
                </a:r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A80828D1-DDE8-C2B7-2DD2-F6DD25A4769A}"/>
                  </a:ext>
                </a:extLst>
              </p:cNvPr>
              <p:cNvSpPr/>
              <p:nvPr/>
            </p:nvSpPr>
            <p:spPr>
              <a:xfrm>
                <a:off x="2010012" y="1497024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E80A9B4E-9FB5-0591-72C2-203564AA445F}"/>
                </a:ext>
              </a:extLst>
            </p:cNvPr>
            <p:cNvSpPr/>
            <p:nvPr/>
          </p:nvSpPr>
          <p:spPr>
            <a:xfrm>
              <a:off x="2010012" y="6287237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4900AB62-003E-6907-B81B-4F025945B979}"/>
                </a:ext>
              </a:extLst>
            </p:cNvPr>
            <p:cNvGrpSpPr/>
            <p:nvPr/>
          </p:nvGrpSpPr>
          <p:grpSpPr>
            <a:xfrm>
              <a:off x="1609800" y="1551025"/>
              <a:ext cx="20512131" cy="10328737"/>
              <a:chOff x="1609800" y="1551025"/>
              <a:chExt cx="20512131" cy="10328737"/>
            </a:xfrm>
          </p:grpSpPr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A88A28EF-A1AC-D4D2-80C5-E1EB26665F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25334" y="7261119"/>
                <a:ext cx="0" cy="360000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4EC16CDB-BAC5-FABA-DDB7-0988AB6C73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85334" y="6810899"/>
                <a:ext cx="0" cy="360000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Elbow Connector 241">
                <a:extLst>
                  <a:ext uri="{FF2B5EF4-FFF2-40B4-BE49-F238E27FC236}">
                    <a16:creationId xmlns:a16="http://schemas.microsoft.com/office/drawing/2014/main" id="{DE233138-AC0C-E1FF-8C3F-C43D484628D2}"/>
                  </a:ext>
                </a:extLst>
              </p:cNvPr>
              <p:cNvCxnSpPr>
                <a:cxnSpLocks/>
                <a:stCxn id="155" idx="3"/>
              </p:cNvCxnSpPr>
              <p:nvPr/>
            </p:nvCxnSpPr>
            <p:spPr>
              <a:xfrm>
                <a:off x="1609800" y="1551025"/>
                <a:ext cx="16000581" cy="8411408"/>
              </a:xfrm>
              <a:prstGeom prst="bentConnector3">
                <a:avLst>
                  <a:gd name="adj1" fmla="val 2853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315AFE9F-9631-4EBE-EB1D-60325285A1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80605" y="6389484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244" name="Pentagon 243">
                <a:extLst>
                  <a:ext uri="{FF2B5EF4-FFF2-40B4-BE49-F238E27FC236}">
                    <a16:creationId xmlns:a16="http://schemas.microsoft.com/office/drawing/2014/main" id="{CABC4819-643D-7951-2DE6-9B2C26337D48}"/>
                  </a:ext>
                </a:extLst>
              </p:cNvPr>
              <p:cNvSpPr/>
              <p:nvPr/>
            </p:nvSpPr>
            <p:spPr>
              <a:xfrm>
                <a:off x="20502932" y="6263883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79277ADF-12C5-C4B8-A2A1-F5BC9EA3E5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74687" y="6821464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246" name="Pentagon 245">
                <a:extLst>
                  <a:ext uri="{FF2B5EF4-FFF2-40B4-BE49-F238E27FC236}">
                    <a16:creationId xmlns:a16="http://schemas.microsoft.com/office/drawing/2014/main" id="{365D1C97-21A6-BE6A-B07E-EF408F742D6C}"/>
                  </a:ext>
                </a:extLst>
              </p:cNvPr>
              <p:cNvSpPr/>
              <p:nvPr/>
            </p:nvSpPr>
            <p:spPr>
              <a:xfrm>
                <a:off x="20500605" y="6695341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083DCAED-34C7-3646-E151-6D8211BE8332}"/>
                  </a:ext>
                </a:extLst>
              </p:cNvPr>
              <p:cNvSpPr/>
              <p:nvPr/>
            </p:nvSpPr>
            <p:spPr>
              <a:xfrm>
                <a:off x="17606840" y="9719762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DISPARITY ESTIMATOR</a:t>
                </a:r>
              </a:p>
            </p:txBody>
          </p: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A3610527-E89D-26C1-2200-AC149420E6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79465" y="10407410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B48EC2B0-B246-83D5-0CC3-90AE0508ED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519465" y="10853810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7AE6C303-920B-B42E-CB33-54D79A97B3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32741" y="6393716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8123B397-ED22-8A37-3DF8-38336DA704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37843" y="682569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19852932-E61B-E2BD-C8A2-A8282E251E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57843" y="6817806"/>
                <a:ext cx="0" cy="18000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1D683DC9-659A-C1A7-11AC-8172B86BB3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12741" y="6384513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CEE34AC6-7525-0B23-16AD-72C4E63729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7033" y="8617806"/>
                <a:ext cx="5760000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C25BC62C-E948-BEF5-96D2-24A7762577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41931" y="8897614"/>
                <a:ext cx="6480000" cy="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2D3FEE33-81A8-918C-5E46-00B772474C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14939" y="8617806"/>
                <a:ext cx="0" cy="26892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03292CBE-270C-F375-F7FE-5B8A0836F4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07033" y="11296721"/>
                <a:ext cx="1599807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9A55373B-56A1-87B3-D84D-5C77D84598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51598" y="8897614"/>
                <a:ext cx="0" cy="2862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99FC1E42-5112-559B-B9AA-C39BBB4D03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651598" y="11749916"/>
                <a:ext cx="1964909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809EDB0-7E00-B326-4F9B-0E56B971D311}"/>
                  </a:ext>
                </a:extLst>
              </p:cNvPr>
              <p:cNvSpPr/>
              <p:nvPr/>
            </p:nvSpPr>
            <p:spPr>
              <a:xfrm>
                <a:off x="16471334" y="7207119"/>
                <a:ext cx="108000" cy="108000"/>
              </a:xfrm>
              <a:prstGeom prst="ellipse">
                <a:avLst/>
              </a:prstGeom>
              <a:solidFill>
                <a:srgbClr val="024059"/>
              </a:solidFill>
              <a:ln>
                <a:solidFill>
                  <a:srgbClr val="024059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CAD4E896-FD16-3834-3770-65AB0BAD27AD}"/>
                  </a:ext>
                </a:extLst>
              </p:cNvPr>
              <p:cNvSpPr/>
              <p:nvPr/>
            </p:nvSpPr>
            <p:spPr>
              <a:xfrm>
                <a:off x="16831334" y="6756899"/>
                <a:ext cx="108000" cy="108000"/>
              </a:xfrm>
              <a:prstGeom prst="ellipse">
                <a:avLst/>
              </a:prstGeom>
              <a:solidFill>
                <a:srgbClr val="3A3A3A"/>
              </a:solidFill>
              <a:ln>
                <a:solidFill>
                  <a:srgbClr val="32323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EEA992AC-DECE-3AC0-FA0A-C0986AAC24F0}"/>
                </a:ext>
              </a:extLst>
            </p:cNvPr>
            <p:cNvGrpSpPr/>
            <p:nvPr/>
          </p:nvGrpSpPr>
          <p:grpSpPr>
            <a:xfrm>
              <a:off x="27428400" y="9178084"/>
              <a:ext cx="3773718" cy="1097273"/>
              <a:chOff x="27068082" y="9178084"/>
              <a:chExt cx="3773718" cy="1097273"/>
            </a:xfrm>
          </p:grpSpPr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B15C4321-B3AF-3DD9-492A-216A32A6BD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68082" y="9311087"/>
                <a:ext cx="3240000" cy="1"/>
              </a:xfrm>
              <a:prstGeom prst="line">
                <a:avLst/>
              </a:prstGeom>
              <a:ln>
                <a:solidFill>
                  <a:srgbClr val="05280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DFCDE1DB-F54B-B9A3-213E-337B17E751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68082" y="9727812"/>
                <a:ext cx="3240000" cy="1"/>
              </a:xfrm>
              <a:prstGeom prst="line">
                <a:avLst/>
              </a:prstGeom>
              <a:ln>
                <a:solidFill>
                  <a:srgbClr val="024059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947B3DE4-3D7E-CA83-54C2-0718DBC3FA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68082" y="10144699"/>
                <a:ext cx="3240000" cy="1"/>
              </a:xfrm>
              <a:prstGeom prst="line">
                <a:avLst/>
              </a:prstGeom>
              <a:ln>
                <a:solidFill>
                  <a:srgbClr val="400B3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" name="Pentagon 236">
                <a:extLst>
                  <a:ext uri="{FF2B5EF4-FFF2-40B4-BE49-F238E27FC236}">
                    <a16:creationId xmlns:a16="http://schemas.microsoft.com/office/drawing/2014/main" id="{3E6C7D03-3FE2-EF8A-3AF5-CAAA9CCF2989}"/>
                  </a:ext>
                </a:extLst>
              </p:cNvPr>
              <p:cNvSpPr/>
              <p:nvPr/>
            </p:nvSpPr>
            <p:spPr>
              <a:xfrm>
                <a:off x="30308400" y="9178084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38" name="Pentagon 237">
                <a:extLst>
                  <a:ext uri="{FF2B5EF4-FFF2-40B4-BE49-F238E27FC236}">
                    <a16:creationId xmlns:a16="http://schemas.microsoft.com/office/drawing/2014/main" id="{7E088A10-29A3-E863-CE39-0E9EBBB57FF4}"/>
                  </a:ext>
                </a:extLst>
              </p:cNvPr>
              <p:cNvSpPr/>
              <p:nvPr/>
            </p:nvSpPr>
            <p:spPr>
              <a:xfrm>
                <a:off x="30308400" y="9594617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39" name="Pentagon 238">
                <a:extLst>
                  <a:ext uri="{FF2B5EF4-FFF2-40B4-BE49-F238E27FC236}">
                    <a16:creationId xmlns:a16="http://schemas.microsoft.com/office/drawing/2014/main" id="{00BA924A-512B-3503-B204-7B3320F2C3E2}"/>
                  </a:ext>
                </a:extLst>
              </p:cNvPr>
              <p:cNvSpPr/>
              <p:nvPr/>
            </p:nvSpPr>
            <p:spPr>
              <a:xfrm>
                <a:off x="30308400" y="10011150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8063128A-76AC-E417-57B2-3F38814B972E}"/>
                </a:ext>
              </a:extLst>
            </p:cNvPr>
            <p:cNvGrpSpPr/>
            <p:nvPr/>
          </p:nvGrpSpPr>
          <p:grpSpPr>
            <a:xfrm>
              <a:off x="1609200" y="262799"/>
              <a:ext cx="28519200" cy="8759918"/>
              <a:chOff x="1609200" y="262799"/>
              <a:chExt cx="28519200" cy="8759918"/>
            </a:xfrm>
          </p:grpSpPr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54C3E6D2-CF08-B783-2200-7E19BE6F58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428400" y="8469089"/>
                <a:ext cx="72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9" name="Pentagon 198">
                <a:extLst>
                  <a:ext uri="{FF2B5EF4-FFF2-40B4-BE49-F238E27FC236}">
                    <a16:creationId xmlns:a16="http://schemas.microsoft.com/office/drawing/2014/main" id="{CBDBC635-A27F-916F-E618-5A8A19DE7722}"/>
                  </a:ext>
                </a:extLst>
              </p:cNvPr>
              <p:cNvSpPr/>
              <p:nvPr/>
            </p:nvSpPr>
            <p:spPr>
              <a:xfrm>
                <a:off x="28141200" y="8343488"/>
                <a:ext cx="533400" cy="264207"/>
              </a:xfrm>
              <a:prstGeom prst="homePlat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6952C005-8856-4705-39D0-4B6A6D89DD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2593428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66F26905-238A-BA18-357E-21A8C0084A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3013003"/>
                <a:ext cx="72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2FEC7F0E-1F29-0488-E16F-EBC90EF7BD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3440422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203" name="Pentagon 202">
                <a:extLst>
                  <a:ext uri="{FF2B5EF4-FFF2-40B4-BE49-F238E27FC236}">
                    <a16:creationId xmlns:a16="http://schemas.microsoft.com/office/drawing/2014/main" id="{4AA3B254-0948-FBD5-E356-9FFB8E2F4D11}"/>
                  </a:ext>
                </a:extLst>
              </p:cNvPr>
              <p:cNvSpPr/>
              <p:nvPr/>
            </p:nvSpPr>
            <p:spPr>
              <a:xfrm>
                <a:off x="12671949" y="2464356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4" name="Pentagon 203">
                <a:extLst>
                  <a:ext uri="{FF2B5EF4-FFF2-40B4-BE49-F238E27FC236}">
                    <a16:creationId xmlns:a16="http://schemas.microsoft.com/office/drawing/2014/main" id="{98B4F3A2-8852-DDB4-93EC-EA203FC81C2B}"/>
                  </a:ext>
                </a:extLst>
              </p:cNvPr>
              <p:cNvSpPr/>
              <p:nvPr/>
            </p:nvSpPr>
            <p:spPr>
              <a:xfrm>
                <a:off x="12671949" y="2887402"/>
                <a:ext cx="533400" cy="264207"/>
              </a:xfrm>
              <a:prstGeom prst="homePlat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5" name="Pentagon 204">
                <a:extLst>
                  <a:ext uri="{FF2B5EF4-FFF2-40B4-BE49-F238E27FC236}">
                    <a16:creationId xmlns:a16="http://schemas.microsoft.com/office/drawing/2014/main" id="{15F50BD3-4034-2087-1BCF-5BF5FC3B90C0}"/>
                  </a:ext>
                </a:extLst>
              </p:cNvPr>
              <p:cNvSpPr/>
              <p:nvPr/>
            </p:nvSpPr>
            <p:spPr>
              <a:xfrm>
                <a:off x="12671949" y="3310448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E63A4F16-A4FF-67CB-6A3B-1AC34219F4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53767" y="3875781"/>
                <a:ext cx="720000" cy="1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7" name="Pentagon 206">
                <a:extLst>
                  <a:ext uri="{FF2B5EF4-FFF2-40B4-BE49-F238E27FC236}">
                    <a16:creationId xmlns:a16="http://schemas.microsoft.com/office/drawing/2014/main" id="{51A1B029-6EA6-6EBD-1D83-957FED564209}"/>
                  </a:ext>
                </a:extLst>
              </p:cNvPr>
              <p:cNvSpPr/>
              <p:nvPr/>
            </p:nvSpPr>
            <p:spPr>
              <a:xfrm>
                <a:off x="12671949" y="3739746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9246D32A-2798-1C3C-3FCA-443400E4DB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2593428"/>
                <a:ext cx="2160000" cy="1"/>
              </a:xfrm>
              <a:prstGeom prst="line">
                <a:avLst/>
              </a:prstGeom>
              <a:ln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FDF34AC2-3A5B-6B47-2370-E23FDD8E15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3013003"/>
                <a:ext cx="216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F8ADE02A-F190-01D6-600B-F33938F52C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3440422"/>
                <a:ext cx="2160000" cy="1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97943D15-8E05-C255-6C41-BA36160F45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195067" y="3875781"/>
                <a:ext cx="2160000" cy="1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Elbow Connector 211">
                <a:extLst>
                  <a:ext uri="{FF2B5EF4-FFF2-40B4-BE49-F238E27FC236}">
                    <a16:creationId xmlns:a16="http://schemas.microsoft.com/office/drawing/2014/main" id="{0163EE07-AB44-E48E-283A-516140DE6BCB}"/>
                  </a:ext>
                </a:extLst>
              </p:cNvPr>
              <p:cNvCxnSpPr>
                <a:cxnSpLocks/>
                <a:stCxn id="155" idx="3"/>
              </p:cNvCxnSpPr>
              <p:nvPr/>
            </p:nvCxnSpPr>
            <p:spPr>
              <a:xfrm>
                <a:off x="1609200" y="1551025"/>
                <a:ext cx="13741200" cy="617191"/>
              </a:xfrm>
              <a:prstGeom prst="bentConnector3">
                <a:avLst>
                  <a:gd name="adj1" fmla="val 82162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46FB5589-12B9-74F5-6F5F-467C84E151CE}"/>
                  </a:ext>
                </a:extLst>
              </p:cNvPr>
              <p:cNvSpPr/>
              <p:nvPr/>
            </p:nvSpPr>
            <p:spPr>
              <a:xfrm>
                <a:off x="15346800" y="1984118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SHARED FRAME STORAGE</a:t>
                </a:r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8404BE1E-D958-4FA6-2E94-D3EDB3A55DF1}"/>
                  </a:ext>
                </a:extLst>
              </p:cNvPr>
              <p:cNvSpPr/>
              <p:nvPr/>
            </p:nvSpPr>
            <p:spPr>
              <a:xfrm>
                <a:off x="12845379" y="1493498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8A390C1D-C0FC-2770-8C6C-6A85A96979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428400" y="8891512"/>
                <a:ext cx="720000" cy="1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CE522510-4296-54D2-0A10-547C8DAD57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428400" y="8057559"/>
                <a:ext cx="720000" cy="1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7" name="Pentagon 216">
                <a:extLst>
                  <a:ext uri="{FF2B5EF4-FFF2-40B4-BE49-F238E27FC236}">
                    <a16:creationId xmlns:a16="http://schemas.microsoft.com/office/drawing/2014/main" id="{3770EC0E-4EF6-A6C5-6640-D8B0522EFBBA}"/>
                  </a:ext>
                </a:extLst>
              </p:cNvPr>
              <p:cNvSpPr/>
              <p:nvPr/>
            </p:nvSpPr>
            <p:spPr>
              <a:xfrm>
                <a:off x="28148400" y="7921964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18" name="Pentagon 217">
                <a:extLst>
                  <a:ext uri="{FF2B5EF4-FFF2-40B4-BE49-F238E27FC236}">
                    <a16:creationId xmlns:a16="http://schemas.microsoft.com/office/drawing/2014/main" id="{7C01DD43-86AD-F119-690E-1BE802294708}"/>
                  </a:ext>
                </a:extLst>
              </p:cNvPr>
              <p:cNvSpPr/>
              <p:nvPr/>
            </p:nvSpPr>
            <p:spPr>
              <a:xfrm>
                <a:off x="28148400" y="8758510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3ECD558D-E2F6-F608-C3B9-61244A6332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684800" y="8054066"/>
                <a:ext cx="720000" cy="1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74F07015-E029-9A3F-81D8-8B7F7958E6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681200" y="8890612"/>
                <a:ext cx="1440000" cy="1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C4B47540-5D24-DDE7-F5C0-55EEDF7066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21200" y="262800"/>
                <a:ext cx="0" cy="8643600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A7BC695D-7C23-9178-FB09-C62C403429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928400" y="266400"/>
                <a:ext cx="16200000" cy="0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56E0326E-3DA1-40BC-CE57-D6A0D19395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35275" y="262799"/>
                <a:ext cx="0" cy="3175200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6757D63D-B57E-DB02-0334-6ADB6781C42E}"/>
                  </a:ext>
                </a:extLst>
              </p:cNvPr>
              <p:cNvSpPr/>
              <p:nvPr/>
            </p:nvSpPr>
            <p:spPr>
              <a:xfrm>
                <a:off x="13881275" y="3383573"/>
                <a:ext cx="108000" cy="108000"/>
              </a:xfrm>
              <a:prstGeom prst="ellipse">
                <a:avLst/>
              </a:prstGeom>
              <a:solidFill>
                <a:srgbClr val="622C0E"/>
              </a:solidFill>
              <a:ln>
                <a:solidFill>
                  <a:srgbClr val="622C0E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A895C2AA-55EC-D0BB-0FCD-72ABE396C6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674000" y="8475591"/>
                <a:ext cx="108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4EB1A4D1-DD13-3F71-3D7B-8071377954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57600" y="640800"/>
                <a:ext cx="0" cy="784800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5340FBFD-AFC4-260A-4CDC-B422C29606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281894" y="648000"/>
                <a:ext cx="15480000" cy="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FA51437D-098E-FF72-5E87-2F853EAEBC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281894" y="640800"/>
                <a:ext cx="5379" cy="238320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F5BE7C25-F79A-B99E-689D-AAE90203A805}"/>
                  </a:ext>
                </a:extLst>
              </p:cNvPr>
              <p:cNvSpPr/>
              <p:nvPr/>
            </p:nvSpPr>
            <p:spPr>
              <a:xfrm>
                <a:off x="14227894" y="2958141"/>
                <a:ext cx="108000" cy="108000"/>
              </a:xfrm>
              <a:prstGeom prst="ellipse">
                <a:avLst/>
              </a:prstGeom>
              <a:solidFill>
                <a:srgbClr val="47D45A"/>
              </a:solidFill>
              <a:ln>
                <a:solidFill>
                  <a:srgbClr val="47D45A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F7C8BE41-E306-822A-0C6F-DFE381CA0B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401200" y="1000800"/>
                <a:ext cx="0" cy="706320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C0474EE7-68A8-3169-4A0C-9BF37B8115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650316" y="1008000"/>
                <a:ext cx="14760000" cy="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3203D41-091D-9304-715D-013B1B3264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57360" y="1000799"/>
                <a:ext cx="0" cy="160200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6EACD0B0-BD48-065B-7712-1D3D2D2552C9}"/>
                  </a:ext>
                </a:extLst>
              </p:cNvPr>
              <p:cNvSpPr/>
              <p:nvPr/>
            </p:nvSpPr>
            <p:spPr>
              <a:xfrm>
                <a:off x="14603360" y="2542445"/>
                <a:ext cx="108000" cy="108000"/>
              </a:xfrm>
              <a:prstGeom prst="ellipse">
                <a:avLst/>
              </a:prstGeom>
              <a:solidFill>
                <a:srgbClr val="1D440D"/>
              </a:solidFill>
              <a:ln>
                <a:solidFill>
                  <a:srgbClr val="1D440D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3B2E10C1-9A6C-261E-8A59-2445F5421478}"/>
                </a:ext>
              </a:extLst>
            </p:cNvPr>
            <p:cNvGrpSpPr/>
            <p:nvPr/>
          </p:nvGrpSpPr>
          <p:grpSpPr>
            <a:xfrm>
              <a:off x="1609800" y="1551024"/>
              <a:ext cx="25821282" cy="11639080"/>
              <a:chOff x="1609800" y="1551024"/>
              <a:chExt cx="25821282" cy="11639080"/>
            </a:xfrm>
          </p:grpSpPr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98B3E07-A7A1-483D-E072-3012BA6001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571800" y="10173865"/>
                <a:ext cx="1619282" cy="0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29AF4DC4-E5E0-D5E9-0A5B-70A046EF22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77014" y="7246942"/>
                <a:ext cx="720000" cy="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AC97464D-56A1-50F9-DAB1-5FB5A5655C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77014" y="7671897"/>
                <a:ext cx="720000" cy="1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Pentagon 168">
                <a:extLst>
                  <a:ext uri="{FF2B5EF4-FFF2-40B4-BE49-F238E27FC236}">
                    <a16:creationId xmlns:a16="http://schemas.microsoft.com/office/drawing/2014/main" id="{B10EDD0B-434F-0281-7853-7A7D5C59C6DE}"/>
                  </a:ext>
                </a:extLst>
              </p:cNvPr>
              <p:cNvSpPr/>
              <p:nvPr/>
            </p:nvSpPr>
            <p:spPr>
              <a:xfrm>
                <a:off x="20502932" y="7120819"/>
                <a:ext cx="533400" cy="264207"/>
              </a:xfrm>
              <a:prstGeom prst="homePlate">
                <a:avLst/>
              </a:prstGeom>
              <a:solidFill>
                <a:srgbClr val="FF455A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70" name="Pentagon 169">
                <a:extLst>
                  <a:ext uri="{FF2B5EF4-FFF2-40B4-BE49-F238E27FC236}">
                    <a16:creationId xmlns:a16="http://schemas.microsoft.com/office/drawing/2014/main" id="{6D626D24-C5C5-C15E-15AD-9570A483E466}"/>
                  </a:ext>
                </a:extLst>
              </p:cNvPr>
              <p:cNvSpPr/>
              <p:nvPr/>
            </p:nvSpPr>
            <p:spPr>
              <a:xfrm>
                <a:off x="20499341" y="7546296"/>
                <a:ext cx="533400" cy="264207"/>
              </a:xfrm>
              <a:prstGeom prst="homePlat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3963BF8D-7CCB-F9DF-E4CC-E218F855C8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64131" y="10855138"/>
                <a:ext cx="720000" cy="1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8AB7BC9A-C161-3527-A1E2-62ECD9E668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63508" y="11287276"/>
                <a:ext cx="720000" cy="1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3" name="Pentagon 172">
                <a:extLst>
                  <a:ext uri="{FF2B5EF4-FFF2-40B4-BE49-F238E27FC236}">
                    <a16:creationId xmlns:a16="http://schemas.microsoft.com/office/drawing/2014/main" id="{FAF28A6D-8561-286F-5937-F9507AE8A7AB}"/>
                  </a:ext>
                </a:extLst>
              </p:cNvPr>
              <p:cNvSpPr/>
              <p:nvPr/>
            </p:nvSpPr>
            <p:spPr>
              <a:xfrm>
                <a:off x="20488345" y="10729015"/>
                <a:ext cx="533400" cy="264207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74" name="Pentagon 173">
                <a:extLst>
                  <a:ext uri="{FF2B5EF4-FFF2-40B4-BE49-F238E27FC236}">
                    <a16:creationId xmlns:a16="http://schemas.microsoft.com/office/drawing/2014/main" id="{8F35E59C-C7CA-C266-BB95-F268867B7FC5}"/>
                  </a:ext>
                </a:extLst>
              </p:cNvPr>
              <p:cNvSpPr/>
              <p:nvPr/>
            </p:nvSpPr>
            <p:spPr>
              <a:xfrm>
                <a:off x="20484131" y="11161675"/>
                <a:ext cx="533400" cy="264207"/>
              </a:xfrm>
              <a:prstGeom prst="homePlate">
                <a:avLst/>
              </a:prstGeom>
              <a:solidFill>
                <a:srgbClr val="FCD646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175" name="Elbow Connector 174">
                <a:extLst>
                  <a:ext uri="{FF2B5EF4-FFF2-40B4-BE49-F238E27FC236}">
                    <a16:creationId xmlns:a16="http://schemas.microsoft.com/office/drawing/2014/main" id="{343269E6-5425-5539-1187-416D7E870A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9800" y="1551024"/>
                <a:ext cx="22581282" cy="6477712"/>
              </a:xfrm>
              <a:prstGeom prst="bentConnector3">
                <a:avLst>
                  <a:gd name="adj1" fmla="val 97533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F7695A91-0CE7-5A7D-BF55-D4BEFFB693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77084" y="3871185"/>
                <a:ext cx="0" cy="8640000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AAED42C2-FD76-0713-3980-318397B1C3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666209" y="12511185"/>
                <a:ext cx="7920000" cy="0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21DAC2C9-E33E-5657-9F22-7264108FDF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79200" y="10173865"/>
                <a:ext cx="0" cy="2337320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32135880-C9C5-E89D-65A0-DC02174F79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32741" y="7253203"/>
                <a:ext cx="2160000" cy="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A01649A8-5C38-5A73-0F85-C1AF978AA3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17531" y="7679669"/>
                <a:ext cx="1800000" cy="1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FCB1B277-A71B-39B8-C87A-4448951CB6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92741" y="7243641"/>
                <a:ext cx="0" cy="120467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68353D23-E158-4C0B-9D91-38EBA9D740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83216" y="8448311"/>
                <a:ext cx="1007866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756740B6-6983-3C68-CE54-2F420BBF17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17531" y="7671555"/>
                <a:ext cx="0" cy="1204175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03D32BD0-8906-DA0E-16BA-31E043C0E8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08006" y="8875730"/>
                <a:ext cx="1383076" cy="0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4766DE6B-CACE-CD0F-DBD8-FE3A874B39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17531" y="10860028"/>
                <a:ext cx="720000" cy="1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6F7601E7-2CB3-EB1E-A334-079446136B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737531" y="9311089"/>
                <a:ext cx="0" cy="1557546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38009F96-22B1-E021-30A7-3EC4EF567D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28006" y="9311088"/>
                <a:ext cx="2466000" cy="0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5A787524-D222-1EDB-0D7E-BD02E9EA5C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08006" y="11293778"/>
                <a:ext cx="1080000" cy="1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B454D699-3CE7-EA30-4786-34E777BC5C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8006" y="9738507"/>
                <a:ext cx="0" cy="1563979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BBE09CBE-B8BD-42E3-2181-89E640BF0B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78481" y="9736233"/>
                <a:ext cx="2115525" cy="0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70AA8982-979C-4502-5724-8E73424A502D}"/>
                  </a:ext>
                </a:extLst>
              </p:cNvPr>
              <p:cNvSpPr/>
              <p:nvPr/>
            </p:nvSpPr>
            <p:spPr>
              <a:xfrm>
                <a:off x="24191082" y="7710858"/>
                <a:ext cx="3240000" cy="324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FUSED ALIGNED OUTUPT</a:t>
                </a:r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8E5D016B-4BF5-A48A-C31A-1619E5E1BA70}"/>
                  </a:ext>
                </a:extLst>
              </p:cNvPr>
              <p:cNvSpPr/>
              <p:nvPr/>
            </p:nvSpPr>
            <p:spPr>
              <a:xfrm>
                <a:off x="14621627" y="3829423"/>
                <a:ext cx="108000" cy="108000"/>
              </a:xfrm>
              <a:prstGeom prst="ellipse">
                <a:avLst/>
              </a:prstGeom>
              <a:solidFill>
                <a:srgbClr val="042233"/>
              </a:solidFill>
              <a:ln>
                <a:solidFill>
                  <a:srgbClr val="042233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5FF5218D-8E7E-F563-2959-FE9B1FD30F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54422" y="5263036"/>
                <a:ext cx="0" cy="79200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4440A555-B2D6-E157-F2DB-F255A6718245}"/>
                  </a:ext>
                </a:extLst>
              </p:cNvPr>
              <p:cNvSpPr/>
              <p:nvPr/>
            </p:nvSpPr>
            <p:spPr>
              <a:xfrm>
                <a:off x="13400422" y="5209037"/>
                <a:ext cx="108000" cy="108000"/>
              </a:xfrm>
              <a:prstGeom prst="ellipse">
                <a:avLst/>
              </a:prstGeom>
              <a:solidFill>
                <a:srgbClr val="400B3B"/>
              </a:solidFill>
              <a:ln>
                <a:solidFill>
                  <a:srgbClr val="400B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F35EC7A4-28B3-12AF-8927-D6F5553673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47597" y="13183036"/>
                <a:ext cx="9720000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E01F47C9-52C9-3AAE-43B6-37C84A1477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67597" y="10601080"/>
                <a:ext cx="0" cy="2589024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5C3D7671-3D2A-61D8-3362-C2FC9D8E3C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58219" y="10601080"/>
                <a:ext cx="1032863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</p:grp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1C88EC6-05ED-EA75-186F-D0CEB676E62E}"/>
              </a:ext>
            </a:extLst>
          </p:cNvPr>
          <p:cNvCxnSpPr/>
          <p:nvPr/>
        </p:nvCxnSpPr>
        <p:spPr>
          <a:xfrm flipH="1">
            <a:off x="3079384" y="4961307"/>
            <a:ext cx="324000" cy="324000"/>
          </a:xfrm>
          <a:prstGeom prst="line">
            <a:avLst/>
          </a:prstGeom>
          <a:ln>
            <a:solidFill>
              <a:srgbClr val="612C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4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B92AC-A7B8-5F57-F1B6-4CD1698AF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Group 563">
            <a:extLst>
              <a:ext uri="{FF2B5EF4-FFF2-40B4-BE49-F238E27FC236}">
                <a16:creationId xmlns:a16="http://schemas.microsoft.com/office/drawing/2014/main" id="{67C0D610-7732-1263-6564-9ED88A65F78F}"/>
              </a:ext>
            </a:extLst>
          </p:cNvPr>
          <p:cNvGrpSpPr/>
          <p:nvPr/>
        </p:nvGrpSpPr>
        <p:grpSpPr>
          <a:xfrm>
            <a:off x="848785" y="2438077"/>
            <a:ext cx="34446533" cy="12933128"/>
            <a:chOff x="848785" y="2438077"/>
            <a:chExt cx="34446533" cy="12933128"/>
          </a:xfrm>
        </p:grpSpPr>
        <p:sp>
          <p:nvSpPr>
            <p:cNvPr id="155" name="Pentagon 154">
              <a:extLst>
                <a:ext uri="{FF2B5EF4-FFF2-40B4-BE49-F238E27FC236}">
                  <a16:creationId xmlns:a16="http://schemas.microsoft.com/office/drawing/2014/main" id="{740A17E1-EA1F-14CC-09B6-6C96C829ED0C}"/>
                </a:ext>
              </a:extLst>
            </p:cNvPr>
            <p:cNvSpPr/>
            <p:nvPr/>
          </p:nvSpPr>
          <p:spPr>
            <a:xfrm>
              <a:off x="848785" y="3600022"/>
              <a:ext cx="533400" cy="264207"/>
            </a:xfrm>
            <a:prstGeom prst="homePlat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grpSp>
          <p:nvGrpSpPr>
            <p:cNvPr id="396" name="Group 395">
              <a:extLst>
                <a:ext uri="{FF2B5EF4-FFF2-40B4-BE49-F238E27FC236}">
                  <a16:creationId xmlns:a16="http://schemas.microsoft.com/office/drawing/2014/main" id="{0766AD86-353F-7F25-34BC-8AB17EEF8848}"/>
                </a:ext>
              </a:extLst>
            </p:cNvPr>
            <p:cNvGrpSpPr/>
            <p:nvPr/>
          </p:nvGrpSpPr>
          <p:grpSpPr>
            <a:xfrm>
              <a:off x="848785" y="3678125"/>
              <a:ext cx="4124840" cy="1660390"/>
              <a:chOff x="2469772" y="3761253"/>
              <a:chExt cx="4124840" cy="1660390"/>
            </a:xfrm>
          </p:grpSpPr>
          <p:sp>
            <p:nvSpPr>
              <p:cNvPr id="284" name="Pentagon 283">
                <a:extLst>
                  <a:ext uri="{FF2B5EF4-FFF2-40B4-BE49-F238E27FC236}">
                    <a16:creationId xmlns:a16="http://schemas.microsoft.com/office/drawing/2014/main" id="{640440E1-8936-76AE-40EA-A95B04481653}"/>
                  </a:ext>
                </a:extLst>
              </p:cNvPr>
              <p:cNvSpPr/>
              <p:nvPr/>
            </p:nvSpPr>
            <p:spPr>
              <a:xfrm>
                <a:off x="2469772" y="4568229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285" name="Pentagon 284">
                <a:extLst>
                  <a:ext uri="{FF2B5EF4-FFF2-40B4-BE49-F238E27FC236}">
                    <a16:creationId xmlns:a16="http://schemas.microsoft.com/office/drawing/2014/main" id="{193E21E6-002E-D05C-DFF0-F502DE0F05CD}"/>
                  </a:ext>
                </a:extLst>
              </p:cNvPr>
              <p:cNvSpPr/>
              <p:nvPr/>
            </p:nvSpPr>
            <p:spPr>
              <a:xfrm>
                <a:off x="2469772" y="5000229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D37C73AD-9932-5BD7-6E07-E94F1FA7F265}"/>
                  </a:ext>
                </a:extLst>
              </p:cNvPr>
              <p:cNvCxnSpPr>
                <a:cxnSpLocks/>
                <a:endCxn id="289" idx="1"/>
              </p:cNvCxnSpPr>
              <p:nvPr/>
            </p:nvCxnSpPr>
            <p:spPr>
              <a:xfrm>
                <a:off x="3003172" y="4700654"/>
                <a:ext cx="2151440" cy="989"/>
              </a:xfrm>
              <a:prstGeom prst="line">
                <a:avLst/>
              </a:prstGeom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AF85FC3D-31ED-523B-E837-B0B0E3F72DD6}"/>
                  </a:ext>
                </a:extLst>
              </p:cNvPr>
              <p:cNvCxnSpPr>
                <a:cxnSpLocks/>
                <a:stCxn id="285" idx="3"/>
              </p:cNvCxnSpPr>
              <p:nvPr/>
            </p:nvCxnSpPr>
            <p:spPr>
              <a:xfrm>
                <a:off x="3003172" y="5132333"/>
                <a:ext cx="2151440" cy="768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88" name="Elbow Connector 287">
                <a:extLst>
                  <a:ext uri="{FF2B5EF4-FFF2-40B4-BE49-F238E27FC236}">
                    <a16:creationId xmlns:a16="http://schemas.microsoft.com/office/drawing/2014/main" id="{91DC41C8-377A-1E36-E778-C93728E1B50B}"/>
                  </a:ext>
                </a:extLst>
              </p:cNvPr>
              <p:cNvCxnSpPr>
                <a:cxnSpLocks/>
                <a:stCxn id="155" idx="3"/>
              </p:cNvCxnSpPr>
              <p:nvPr/>
            </p:nvCxnSpPr>
            <p:spPr>
              <a:xfrm>
                <a:off x="3003172" y="3815254"/>
                <a:ext cx="2147899" cy="501097"/>
              </a:xfrm>
              <a:prstGeom prst="bentConnector3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1ED33CDD-E262-88B8-8E3B-4102C8FAC838}"/>
                  </a:ext>
                </a:extLst>
              </p:cNvPr>
              <p:cNvSpPr/>
              <p:nvPr/>
            </p:nvSpPr>
            <p:spPr>
              <a:xfrm>
                <a:off x="5154612" y="3981643"/>
                <a:ext cx="1440000" cy="144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LOW PASS FILTER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3D14BAEC-8443-073E-2343-80268240963C}"/>
                  </a:ext>
                </a:extLst>
              </p:cNvPr>
              <p:cNvSpPr/>
              <p:nvPr/>
            </p:nvSpPr>
            <p:spPr>
              <a:xfrm>
                <a:off x="4024529" y="3761253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B881EB-1897-3F13-759A-AA9665BBB596}"/>
                  </a:ext>
                </a:extLst>
              </p:cNvPr>
              <p:cNvSpPr txBox="1"/>
              <p:nvPr/>
            </p:nvSpPr>
            <p:spPr>
              <a:xfrm>
                <a:off x="4535105" y="4212801"/>
                <a:ext cx="51007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CLOCK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669030-1F91-ECBC-9CA3-E7051987942E}"/>
                  </a:ext>
                </a:extLst>
              </p:cNvPr>
              <p:cNvSpPr txBox="1"/>
              <p:nvPr/>
            </p:nvSpPr>
            <p:spPr>
              <a:xfrm>
                <a:off x="3994893" y="4600662"/>
                <a:ext cx="1050288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3223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PIXEL_INPUT_DATA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716253-E1A8-8433-9125-06D86740C198}"/>
                  </a:ext>
                </a:extLst>
              </p:cNvPr>
              <p:cNvSpPr txBox="1"/>
              <p:nvPr/>
            </p:nvSpPr>
            <p:spPr>
              <a:xfrm>
                <a:off x="3744825" y="5032327"/>
                <a:ext cx="130035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22C0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PIXEL_INPUT_METADATA</a:t>
                </a:r>
              </a:p>
            </p:txBody>
          </p:sp>
        </p:grpSp>
        <p:grpSp>
          <p:nvGrpSpPr>
            <p:cNvPr id="398" name="Group 397">
              <a:extLst>
                <a:ext uri="{FF2B5EF4-FFF2-40B4-BE49-F238E27FC236}">
                  <a16:creationId xmlns:a16="http://schemas.microsoft.com/office/drawing/2014/main" id="{0CC83702-16AD-D67F-D23D-51C84CFBED55}"/>
                </a:ext>
              </a:extLst>
            </p:cNvPr>
            <p:cNvGrpSpPr/>
            <p:nvPr/>
          </p:nvGrpSpPr>
          <p:grpSpPr>
            <a:xfrm>
              <a:off x="1382185" y="3678125"/>
              <a:ext cx="19657650" cy="3778004"/>
              <a:chOff x="3003172" y="3761253"/>
              <a:chExt cx="19657650" cy="3778004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0503E4C3-66E3-32B2-0F67-2D1AA28813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691322" y="5283735"/>
                <a:ext cx="252355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490D8221-4D9A-5C46-6D45-FFC2A3928F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78930" y="5713168"/>
                <a:ext cx="0" cy="1821107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9A794980-5A90-7651-404D-EE2461C294B5}"/>
                  </a:ext>
                </a:extLst>
              </p:cNvPr>
              <p:cNvCxnSpPr>
                <a:cxnSpLocks/>
                <a:stCxn id="5" idx="3"/>
              </p:cNvCxnSpPr>
              <p:nvPr/>
            </p:nvCxnSpPr>
            <p:spPr>
              <a:xfrm>
                <a:off x="7832719" y="4884430"/>
                <a:ext cx="125777" cy="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03F8411E-768C-EBC7-E52F-D991D77C93FB}"/>
                  </a:ext>
                </a:extLst>
              </p:cNvPr>
              <p:cNvCxnSpPr>
                <a:cxnSpLocks/>
                <a:stCxn id="6" idx="3"/>
              </p:cNvCxnSpPr>
              <p:nvPr/>
            </p:nvCxnSpPr>
            <p:spPr>
              <a:xfrm>
                <a:off x="7582651" y="5314688"/>
                <a:ext cx="371251" cy="0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ACD60E2E-4FCD-8357-E66D-AE1A1517A7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2991" y="4886891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6A1A1F18-57F8-44DA-41A0-D8EFB4D0F9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7711" y="5312911"/>
                <a:ext cx="720000" cy="1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74" name="Elbow Connector 273">
                <a:extLst>
                  <a:ext uri="{FF2B5EF4-FFF2-40B4-BE49-F238E27FC236}">
                    <a16:creationId xmlns:a16="http://schemas.microsoft.com/office/drawing/2014/main" id="{2AAE666B-3318-5431-3DAB-6324BE624756}"/>
                  </a:ext>
                </a:extLst>
              </p:cNvPr>
              <p:cNvCxnSpPr>
                <a:cxnSpLocks/>
                <a:stCxn id="155" idx="3"/>
              </p:cNvCxnSpPr>
              <p:nvPr/>
            </p:nvCxnSpPr>
            <p:spPr>
              <a:xfrm>
                <a:off x="3003172" y="3815254"/>
                <a:ext cx="7455600" cy="698585"/>
              </a:xfrm>
              <a:prstGeom prst="bentConnector3">
                <a:avLst>
                  <a:gd name="adj1" fmla="val 61038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5C9E0F01-3391-2641-51AC-CECB0C6DF4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73737" y="5719674"/>
                <a:ext cx="1801736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2C3F2AA3-C752-0A43-C1A1-9E625E4AC7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67749" y="7530839"/>
                <a:ext cx="13986000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0A1F8576-44FA-9AD7-3C79-FEA756FF52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55473" y="4899856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7211C539-718A-792A-0A12-584F2CF67D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65755" y="5328347"/>
                <a:ext cx="720000" cy="1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29950B06-601A-8AAE-F6FD-2A8BCF89F9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84710" y="5283735"/>
                <a:ext cx="1876112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CF4E8200-7975-5B26-26A2-BF434600EC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651200" y="5274857"/>
                <a:ext cx="0" cy="22644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6F9C3F00-234A-873E-F40E-7A66C44AD631}"/>
                  </a:ext>
                </a:extLst>
              </p:cNvPr>
              <p:cNvSpPr/>
              <p:nvPr/>
            </p:nvSpPr>
            <p:spPr>
              <a:xfrm>
                <a:off x="7501119" y="3761253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C7A14B6E-2A2B-F5AD-8AAC-8F0621278797}"/>
                  </a:ext>
                </a:extLst>
              </p:cNvPr>
              <p:cNvSpPr/>
              <p:nvPr/>
            </p:nvSpPr>
            <p:spPr>
              <a:xfrm>
                <a:off x="7961823" y="4776708"/>
                <a:ext cx="1188000" cy="6956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REGISTER</a:t>
                </a: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778BD5BF-88EB-C79C-43B9-D5E94EBA04AB}"/>
                  </a:ext>
                </a:extLst>
              </p:cNvPr>
              <p:cNvSpPr/>
              <p:nvPr/>
            </p:nvSpPr>
            <p:spPr>
              <a:xfrm>
                <a:off x="10467739" y="4355848"/>
                <a:ext cx="2880000" cy="288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EPI COMPILER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62B0F8-FA2F-83E4-8BF2-908A9E061C08}"/>
                  </a:ext>
                </a:extLst>
              </p:cNvPr>
              <p:cNvSpPr txBox="1"/>
              <p:nvPr/>
            </p:nvSpPr>
            <p:spPr>
              <a:xfrm>
                <a:off x="6700678" y="4776708"/>
                <a:ext cx="113204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52808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LP_PIXEL_METADATA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43278B-0935-D1F0-CA99-5F66E5CD10FF}"/>
                  </a:ext>
                </a:extLst>
              </p:cNvPr>
              <p:cNvSpPr txBox="1"/>
              <p:nvPr/>
            </p:nvSpPr>
            <p:spPr>
              <a:xfrm>
                <a:off x="6700678" y="5206966"/>
                <a:ext cx="881973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976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LP_PIXEL_DATA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AB6E8B-742E-2C37-2D9D-2210AA59C64C}"/>
                  </a:ext>
                </a:extLst>
              </p:cNvPr>
              <p:cNvSpPr txBox="1"/>
              <p:nvPr/>
            </p:nvSpPr>
            <p:spPr>
              <a:xfrm>
                <a:off x="9278928" y="4795088"/>
                <a:ext cx="113204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52808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LP_PIXEL_METADATA</a:t>
                </a:r>
              </a:p>
            </p:txBody>
          </p: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92769FB3-157C-C976-803F-CE5C705C372F}"/>
                  </a:ext>
                </a:extLst>
              </p:cNvPr>
              <p:cNvCxnSpPr>
                <a:cxnSpLocks/>
                <a:endCxn id="12" idx="1"/>
              </p:cNvCxnSpPr>
              <p:nvPr/>
            </p:nvCxnSpPr>
            <p:spPr>
              <a:xfrm flipV="1">
                <a:off x="9149702" y="4902810"/>
                <a:ext cx="129226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379" name="TextBox 378">
                <a:extLst>
                  <a:ext uri="{FF2B5EF4-FFF2-40B4-BE49-F238E27FC236}">
                    <a16:creationId xmlns:a16="http://schemas.microsoft.com/office/drawing/2014/main" id="{5702AF1F-7B5E-71D5-C3E7-9A9B576F9498}"/>
                  </a:ext>
                </a:extLst>
              </p:cNvPr>
              <p:cNvSpPr txBox="1"/>
              <p:nvPr/>
            </p:nvSpPr>
            <p:spPr>
              <a:xfrm>
                <a:off x="9528996" y="5212667"/>
                <a:ext cx="881973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976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LP_PIXEL_DATA</a:t>
                </a:r>
              </a:p>
            </p:txBody>
          </p:sp>
          <p:cxnSp>
            <p:nvCxnSpPr>
              <p:cNvPr id="380" name="Straight Connector 379">
                <a:extLst>
                  <a:ext uri="{FF2B5EF4-FFF2-40B4-BE49-F238E27FC236}">
                    <a16:creationId xmlns:a16="http://schemas.microsoft.com/office/drawing/2014/main" id="{3764F9DB-EB06-4868-B7AA-A9AF8A67E487}"/>
                  </a:ext>
                </a:extLst>
              </p:cNvPr>
              <p:cNvCxnSpPr>
                <a:cxnSpLocks/>
                <a:endCxn id="379" idx="1"/>
              </p:cNvCxnSpPr>
              <p:nvPr/>
            </p:nvCxnSpPr>
            <p:spPr>
              <a:xfrm>
                <a:off x="9149702" y="5320389"/>
                <a:ext cx="379294" cy="0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180880D1-5A1E-8BB1-A520-D8D87AF17615}"/>
                  </a:ext>
                </a:extLst>
              </p:cNvPr>
              <p:cNvSpPr txBox="1"/>
              <p:nvPr/>
            </p:nvSpPr>
            <p:spPr>
              <a:xfrm>
                <a:off x="9900893" y="4407250"/>
                <a:ext cx="51007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CLOCK</a:t>
                </a:r>
              </a:p>
            </p:txBody>
          </p:sp>
          <p:sp>
            <p:nvSpPr>
              <p:cNvPr id="384" name="TextBox 383">
                <a:extLst>
                  <a:ext uri="{FF2B5EF4-FFF2-40B4-BE49-F238E27FC236}">
                    <a16:creationId xmlns:a16="http://schemas.microsoft.com/office/drawing/2014/main" id="{18BAFDAF-A893-A868-3173-570FD8AA4360}"/>
                  </a:ext>
                </a:extLst>
              </p:cNvPr>
              <p:cNvSpPr txBox="1"/>
              <p:nvPr/>
            </p:nvSpPr>
            <p:spPr>
              <a:xfrm>
                <a:off x="9113819" y="5614571"/>
                <a:ext cx="129715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00B3B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READ_DATA_FROM_RAM</a:t>
                </a:r>
              </a:p>
            </p:txBody>
          </p:sp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3152B679-CC00-76DD-44DD-F898B4BC998F}"/>
                  </a:ext>
                </a:extLst>
              </p:cNvPr>
              <p:cNvSpPr txBox="1"/>
              <p:nvPr/>
            </p:nvSpPr>
            <p:spPr>
              <a:xfrm>
                <a:off x="20825328" y="5171894"/>
                <a:ext cx="129715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00B3B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READ_DATA_FROM_RAM</a:t>
                </a:r>
              </a:p>
            </p:txBody>
          </p:sp>
        </p:grpSp>
        <p:grpSp>
          <p:nvGrpSpPr>
            <p:cNvPr id="430" name="Group 429">
              <a:extLst>
                <a:ext uri="{FF2B5EF4-FFF2-40B4-BE49-F238E27FC236}">
                  <a16:creationId xmlns:a16="http://schemas.microsoft.com/office/drawing/2014/main" id="{98A68B96-2837-4CF6-2375-96393D5BF6E0}"/>
                </a:ext>
              </a:extLst>
            </p:cNvPr>
            <p:cNvGrpSpPr/>
            <p:nvPr/>
          </p:nvGrpSpPr>
          <p:grpSpPr>
            <a:xfrm>
              <a:off x="31521600" y="11359185"/>
              <a:ext cx="3773718" cy="1097273"/>
              <a:chOff x="28821772" y="11442313"/>
              <a:chExt cx="3773718" cy="1097273"/>
            </a:xfrm>
          </p:grpSpPr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EAA36C89-AA7F-8C09-2E8F-B49BC4D671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821772" y="11575316"/>
                <a:ext cx="3240000" cy="1"/>
              </a:xfrm>
              <a:prstGeom prst="line">
                <a:avLst/>
              </a:prstGeom>
              <a:ln>
                <a:solidFill>
                  <a:srgbClr val="05280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5435F451-6FD4-2F89-2308-79886D2DE6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821772" y="11992041"/>
                <a:ext cx="3240000" cy="1"/>
              </a:xfrm>
              <a:prstGeom prst="line">
                <a:avLst/>
              </a:prstGeom>
              <a:ln>
                <a:solidFill>
                  <a:srgbClr val="024059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7B7B51A8-859B-3927-121C-0D05249554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821772" y="12408928"/>
                <a:ext cx="3240000" cy="1"/>
              </a:xfrm>
              <a:prstGeom prst="line">
                <a:avLst/>
              </a:prstGeom>
              <a:ln>
                <a:solidFill>
                  <a:srgbClr val="400B3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" name="Pentagon 236">
                <a:extLst>
                  <a:ext uri="{FF2B5EF4-FFF2-40B4-BE49-F238E27FC236}">
                    <a16:creationId xmlns:a16="http://schemas.microsoft.com/office/drawing/2014/main" id="{0CF4B1A2-9092-81AA-5CB5-E3A8401B765B}"/>
                  </a:ext>
                </a:extLst>
              </p:cNvPr>
              <p:cNvSpPr/>
              <p:nvPr/>
            </p:nvSpPr>
            <p:spPr>
              <a:xfrm>
                <a:off x="32062090" y="11442313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38" name="Pentagon 237">
                <a:extLst>
                  <a:ext uri="{FF2B5EF4-FFF2-40B4-BE49-F238E27FC236}">
                    <a16:creationId xmlns:a16="http://schemas.microsoft.com/office/drawing/2014/main" id="{96958B2D-19CB-C5D9-F4C7-B82A4DD371F1}"/>
                  </a:ext>
                </a:extLst>
              </p:cNvPr>
              <p:cNvSpPr/>
              <p:nvPr/>
            </p:nvSpPr>
            <p:spPr>
              <a:xfrm>
                <a:off x="32062090" y="11858846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39" name="Pentagon 238">
                <a:extLst>
                  <a:ext uri="{FF2B5EF4-FFF2-40B4-BE49-F238E27FC236}">
                    <a16:creationId xmlns:a16="http://schemas.microsoft.com/office/drawing/2014/main" id="{DDB9AECE-D942-50D0-F2EC-9E2B2906EEF9}"/>
                  </a:ext>
                </a:extLst>
              </p:cNvPr>
              <p:cNvSpPr/>
              <p:nvPr/>
            </p:nvSpPr>
            <p:spPr>
              <a:xfrm>
                <a:off x="32062090" y="12275379"/>
                <a:ext cx="533400" cy="264207"/>
              </a:xfrm>
              <a:prstGeom prst="homePlat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23" name="TextBox 422">
                <a:extLst>
                  <a:ext uri="{FF2B5EF4-FFF2-40B4-BE49-F238E27FC236}">
                    <a16:creationId xmlns:a16="http://schemas.microsoft.com/office/drawing/2014/main" id="{DDC94293-082F-46B6-4713-367C576288FE}"/>
                  </a:ext>
                </a:extLst>
              </p:cNvPr>
              <p:cNvSpPr txBox="1"/>
              <p:nvPr/>
            </p:nvSpPr>
            <p:spPr>
              <a:xfrm>
                <a:off x="28962750" y="11470879"/>
                <a:ext cx="139653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52808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PIXEL_OUTPUT_METADATA</a:t>
                </a:r>
              </a:p>
            </p:txBody>
          </p:sp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A260750E-3B1D-A354-6DE9-4E8048D73628}"/>
                  </a:ext>
                </a:extLst>
              </p:cNvPr>
              <p:cNvSpPr txBox="1"/>
              <p:nvPr/>
            </p:nvSpPr>
            <p:spPr>
              <a:xfrm>
                <a:off x="28962750" y="11890756"/>
                <a:ext cx="155683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CONFIDENCE_DATA_AT_PIXEL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C036AC34-564D-493B-1227-246434FD2A18}"/>
                  </a:ext>
                </a:extLst>
              </p:cNvPr>
              <p:cNvSpPr txBox="1"/>
              <p:nvPr/>
            </p:nvSpPr>
            <p:spPr>
              <a:xfrm>
                <a:off x="28959544" y="12302589"/>
                <a:ext cx="139974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F0A3B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DISPARITY_DATA_AT_PIXEL</a:t>
                </a:r>
              </a:p>
            </p:txBody>
          </p:sp>
        </p:grpSp>
        <p:grpSp>
          <p:nvGrpSpPr>
            <p:cNvPr id="487" name="Group 486">
              <a:extLst>
                <a:ext uri="{FF2B5EF4-FFF2-40B4-BE49-F238E27FC236}">
                  <a16:creationId xmlns:a16="http://schemas.microsoft.com/office/drawing/2014/main" id="{9180B5BE-A4BF-C7B9-9546-950F10D07BD6}"/>
                </a:ext>
              </a:extLst>
            </p:cNvPr>
            <p:cNvGrpSpPr/>
            <p:nvPr/>
          </p:nvGrpSpPr>
          <p:grpSpPr>
            <a:xfrm>
              <a:off x="1382185" y="2438077"/>
              <a:ext cx="32832215" cy="8748851"/>
              <a:chOff x="1382185" y="2438077"/>
              <a:chExt cx="32832215" cy="8748851"/>
            </a:xfrm>
          </p:grpSpPr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7D87103C-B599-348D-CF17-D4AB7383EE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26152" y="5194104"/>
                <a:ext cx="72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BA0C29C9-27B1-E7C4-6C2C-D9A70E32C8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26152" y="4774529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22236424-7E13-D4B0-5FF0-45EB7D459E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26152" y="5621523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26836FA7-9F3C-EF12-3BE4-08144889C7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26152" y="6056882"/>
                <a:ext cx="720000" cy="1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C5453766-BC9A-EF61-9A0A-F5529E6592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35548" y="4774530"/>
                <a:ext cx="4270004" cy="624"/>
              </a:xfrm>
              <a:prstGeom prst="line">
                <a:avLst/>
              </a:prstGeom>
              <a:ln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BD9CF4D3-3B95-5FEA-3159-21E48F444D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56167" y="5175435"/>
                <a:ext cx="3949383" cy="1867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260E1A91-9BB3-D4EC-648A-B96FB9A0E8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128010" y="5621524"/>
                <a:ext cx="3777542" cy="0"/>
              </a:xfrm>
              <a:prstGeom prst="line">
                <a:avLst/>
              </a:prstGeom>
              <a:ln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4FBA7A64-A46E-DA5A-E4E4-FB34ACC07C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50931" y="6059148"/>
                <a:ext cx="3554621" cy="0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Elbow Connector 211">
                <a:extLst>
                  <a:ext uri="{FF2B5EF4-FFF2-40B4-BE49-F238E27FC236}">
                    <a16:creationId xmlns:a16="http://schemas.microsoft.com/office/drawing/2014/main" id="{57BCB6EF-699A-D1F0-6851-DC8C2D842695}"/>
                  </a:ext>
                </a:extLst>
              </p:cNvPr>
              <p:cNvCxnSpPr>
                <a:cxnSpLocks/>
                <a:stCxn id="155" idx="3"/>
              </p:cNvCxnSpPr>
              <p:nvPr/>
            </p:nvCxnSpPr>
            <p:spPr>
              <a:xfrm>
                <a:off x="1382185" y="3732126"/>
                <a:ext cx="15529863" cy="623387"/>
              </a:xfrm>
              <a:prstGeom prst="bentConnector3">
                <a:avLst>
                  <a:gd name="adj1" fmla="val 72699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9A68497B-4427-09E2-2BD4-FD9C3E4481A3}"/>
                  </a:ext>
                </a:extLst>
              </p:cNvPr>
              <p:cNvSpPr/>
              <p:nvPr/>
            </p:nvSpPr>
            <p:spPr>
              <a:xfrm>
                <a:off x="16910028" y="4165219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SHARED FRAME STORAGE</a:t>
                </a:r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E3313383-00FF-9C3B-1091-D728355C05E2}"/>
                  </a:ext>
                </a:extLst>
              </p:cNvPr>
              <p:cNvSpPr/>
              <p:nvPr/>
            </p:nvSpPr>
            <p:spPr>
              <a:xfrm>
                <a:off x="12617764" y="3674599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3A59995A-520D-78F5-58B0-42B6280B6C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700785" y="2447501"/>
                <a:ext cx="20505600" cy="0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12465D66-FB67-ADF7-DCB4-E3C5A52E3F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07660" y="2443900"/>
                <a:ext cx="0" cy="3175200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6451E727-67FF-251D-BFBD-13FFB013362D}"/>
                  </a:ext>
                </a:extLst>
              </p:cNvPr>
              <p:cNvSpPr/>
              <p:nvPr/>
            </p:nvSpPr>
            <p:spPr>
              <a:xfrm>
                <a:off x="13653660" y="5564674"/>
                <a:ext cx="108000" cy="108000"/>
              </a:xfrm>
              <a:prstGeom prst="ellipse">
                <a:avLst/>
              </a:prstGeom>
              <a:solidFill>
                <a:srgbClr val="622C0E"/>
              </a:solidFill>
              <a:ln>
                <a:solidFill>
                  <a:srgbClr val="622C0E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8E9A06DF-EFB3-F999-95E2-358666F75B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054279" y="2829101"/>
                <a:ext cx="19800000" cy="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962742A3-3319-0FF4-AEC2-DAAAFC299B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054279" y="2821901"/>
                <a:ext cx="5379" cy="2383200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E0037440-5937-F551-4476-0D94A4BC92FF}"/>
                  </a:ext>
                </a:extLst>
              </p:cNvPr>
              <p:cNvSpPr/>
              <p:nvPr/>
            </p:nvSpPr>
            <p:spPr>
              <a:xfrm>
                <a:off x="14000279" y="5139242"/>
                <a:ext cx="108000" cy="108000"/>
              </a:xfrm>
              <a:prstGeom prst="ellipse">
                <a:avLst/>
              </a:prstGeom>
              <a:solidFill>
                <a:srgbClr val="47D45A"/>
              </a:solidFill>
              <a:ln>
                <a:solidFill>
                  <a:srgbClr val="47D45A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BAC7E024-38BE-4532-77CF-E0AE8D1F9E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422701" y="3189101"/>
                <a:ext cx="19080000" cy="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6BC9645-86EE-01CA-7FAD-A62A3E2D5C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429745" y="3181900"/>
                <a:ext cx="0" cy="160200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B612E848-0461-D390-481F-1CADF761D529}"/>
                  </a:ext>
                </a:extLst>
              </p:cNvPr>
              <p:cNvSpPr/>
              <p:nvPr/>
            </p:nvSpPr>
            <p:spPr>
              <a:xfrm>
                <a:off x="14375745" y="4723546"/>
                <a:ext cx="108000" cy="108000"/>
              </a:xfrm>
              <a:prstGeom prst="ellipse">
                <a:avLst/>
              </a:prstGeom>
              <a:solidFill>
                <a:srgbClr val="1D440D"/>
              </a:solidFill>
              <a:ln>
                <a:solidFill>
                  <a:srgbClr val="1D440D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D35776F9-A752-387B-AADA-68C8A7273AA8}"/>
                  </a:ext>
                </a:extLst>
              </p:cNvPr>
              <p:cNvSpPr txBox="1"/>
              <p:nvPr/>
            </p:nvSpPr>
            <p:spPr>
              <a:xfrm>
                <a:off x="11865452" y="4671936"/>
                <a:ext cx="170271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1C430C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WRITE_INSTRUCTIONS_FOR_RAM</a:t>
                </a:r>
              </a:p>
            </p:txBody>
          </p:sp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E242B70A-03DD-2330-EE63-317166BE01F3}"/>
                  </a:ext>
                </a:extLst>
              </p:cNvPr>
              <p:cNvSpPr txBox="1"/>
              <p:nvPr/>
            </p:nvSpPr>
            <p:spPr>
              <a:xfrm>
                <a:off x="11865452" y="5088766"/>
                <a:ext cx="118494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7D45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WRITE_DATA_TO_RAM</a:t>
                </a:r>
              </a:p>
            </p:txBody>
          </p:sp>
          <p:sp>
            <p:nvSpPr>
              <p:cNvPr id="391" name="TextBox 390">
                <a:extLst>
                  <a:ext uri="{FF2B5EF4-FFF2-40B4-BE49-F238E27FC236}">
                    <a16:creationId xmlns:a16="http://schemas.microsoft.com/office/drawing/2014/main" id="{066BDEE0-BA94-252B-265E-F25EB2916C4E}"/>
                  </a:ext>
                </a:extLst>
              </p:cNvPr>
              <p:cNvSpPr txBox="1"/>
              <p:nvPr/>
            </p:nvSpPr>
            <p:spPr>
              <a:xfrm>
                <a:off x="11865452" y="5514604"/>
                <a:ext cx="13660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12C0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READ_ADDRESS_ON_RAM</a:t>
                </a:r>
              </a:p>
            </p:txBody>
          </p:sp>
          <p:sp>
            <p:nvSpPr>
              <p:cNvPr id="392" name="TextBox 391">
                <a:extLst>
                  <a:ext uri="{FF2B5EF4-FFF2-40B4-BE49-F238E27FC236}">
                    <a16:creationId xmlns:a16="http://schemas.microsoft.com/office/drawing/2014/main" id="{82EB52EB-3C92-70D2-F05B-2C15EE5016A7}"/>
                  </a:ext>
                </a:extLst>
              </p:cNvPr>
              <p:cNvSpPr txBox="1"/>
              <p:nvPr/>
            </p:nvSpPr>
            <p:spPr>
              <a:xfrm>
                <a:off x="11865452" y="5949602"/>
                <a:ext cx="161775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42233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BANKS_5_TO_8_USER_MODULE</a:t>
                </a:r>
              </a:p>
            </p:txBody>
          </p:sp>
          <p:sp>
            <p:nvSpPr>
              <p:cNvPr id="401" name="TextBox 400">
                <a:extLst>
                  <a:ext uri="{FF2B5EF4-FFF2-40B4-BE49-F238E27FC236}">
                    <a16:creationId xmlns:a16="http://schemas.microsoft.com/office/drawing/2014/main" id="{FD5577D5-155D-DFBC-045B-F57409E2B7D2}"/>
                  </a:ext>
                </a:extLst>
              </p:cNvPr>
              <p:cNvSpPr txBox="1"/>
              <p:nvPr/>
            </p:nvSpPr>
            <p:spPr>
              <a:xfrm>
                <a:off x="16238003" y="4247791"/>
                <a:ext cx="51007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CLOCK</a:t>
                </a:r>
              </a:p>
            </p:txBody>
          </p:sp>
          <p:sp>
            <p:nvSpPr>
              <p:cNvPr id="403" name="TextBox 402">
                <a:extLst>
                  <a:ext uri="{FF2B5EF4-FFF2-40B4-BE49-F238E27FC236}">
                    <a16:creationId xmlns:a16="http://schemas.microsoft.com/office/drawing/2014/main" id="{0112D94C-AA60-8BBE-CC9E-3B2A1B4318A5}"/>
                  </a:ext>
                </a:extLst>
              </p:cNvPr>
              <p:cNvSpPr txBox="1"/>
              <p:nvPr/>
            </p:nvSpPr>
            <p:spPr>
              <a:xfrm>
                <a:off x="15045369" y="4671936"/>
                <a:ext cx="170271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1C430C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WRITE_INSTRUCTIONS_FOR_RAM</a:t>
                </a:r>
              </a:p>
            </p:txBody>
          </p:sp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D128745A-3DAA-C7B8-02A6-12712930C3C3}"/>
                  </a:ext>
                </a:extLst>
              </p:cNvPr>
              <p:cNvSpPr txBox="1"/>
              <p:nvPr/>
            </p:nvSpPr>
            <p:spPr>
              <a:xfrm>
                <a:off x="15563139" y="5075514"/>
                <a:ext cx="118494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7D45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WRITE_DATA_TO_RAM</a:t>
                </a:r>
              </a:p>
            </p:txBody>
          </p:sp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ED6DDF52-BFF5-C19D-8A24-D887D0918AE7}"/>
                  </a:ext>
                </a:extLst>
              </p:cNvPr>
              <p:cNvSpPr txBox="1"/>
              <p:nvPr/>
            </p:nvSpPr>
            <p:spPr>
              <a:xfrm>
                <a:off x="15381999" y="5514604"/>
                <a:ext cx="13660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12C0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READ_ADDRESS_ON_RAM</a:t>
                </a:r>
              </a:p>
            </p:txBody>
          </p:sp>
          <p:sp>
            <p:nvSpPr>
              <p:cNvPr id="421" name="TextBox 420">
                <a:extLst>
                  <a:ext uri="{FF2B5EF4-FFF2-40B4-BE49-F238E27FC236}">
                    <a16:creationId xmlns:a16="http://schemas.microsoft.com/office/drawing/2014/main" id="{BAC75A75-96BF-42E3-D11A-33BA069BB5A6}"/>
                  </a:ext>
                </a:extLst>
              </p:cNvPr>
              <p:cNvSpPr txBox="1"/>
              <p:nvPr/>
            </p:nvSpPr>
            <p:spPr>
              <a:xfrm>
                <a:off x="15130328" y="5949602"/>
                <a:ext cx="161775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42233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BANKS_5_TO_8_USER_MODULE</a:t>
                </a:r>
              </a:p>
            </p:txBody>
          </p: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FF8858DF-07ED-8566-75BB-7B3CA5C117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14400" y="2438077"/>
                <a:ext cx="0" cy="8643600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E6FB9E8C-2D88-CBB9-AE70-23532B988E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47200" y="2829393"/>
                <a:ext cx="3600" cy="7835192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6C989DDE-BFA0-40EF-D605-308D05AAE1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94400" y="3181901"/>
                <a:ext cx="0" cy="7063200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EEE47B59-0727-B729-FB0D-EA472C8D9D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521600" y="10650190"/>
                <a:ext cx="72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AE1A605C-B6D9-D42B-9109-F278FE9A02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521600" y="11072613"/>
                <a:ext cx="720000" cy="1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91507B00-EE89-18B1-0347-900582E5CE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521600" y="10238660"/>
                <a:ext cx="720000" cy="1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B9D87A85-1D1A-71DA-F0B2-8CF78C42E9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778000" y="10235167"/>
                <a:ext cx="720000" cy="1"/>
              </a:xfrm>
              <a:prstGeom prst="line">
                <a:avLst/>
              </a:prstGeom>
              <a:ln>
                <a:solidFill>
                  <a:srgbClr val="1B440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7684AA2E-28FA-B1C7-105F-FF261CCED1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774400" y="11071713"/>
                <a:ext cx="1440000" cy="1"/>
              </a:xfrm>
              <a:prstGeom prst="line">
                <a:avLst/>
              </a:prstGeom>
              <a:ln>
                <a:solidFill>
                  <a:srgbClr val="622C0E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B8314612-3D71-4AAA-C1D6-12EE5840DA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767200" y="10656692"/>
                <a:ext cx="1080000" cy="1"/>
              </a:xfrm>
              <a:prstGeom prst="line">
                <a:avLst/>
              </a:prstGeom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D729D4B3-358A-24F6-F46A-F884A9EA2D2E}"/>
                  </a:ext>
                </a:extLst>
              </p:cNvPr>
              <p:cNvSpPr txBox="1"/>
              <p:nvPr/>
            </p:nvSpPr>
            <p:spPr>
              <a:xfrm>
                <a:off x="31659372" y="10134269"/>
                <a:ext cx="170271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1C430C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WRITE_INSTRUCTIONS_FOR_RAM</a:t>
                </a: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1C68F851-ED49-2401-F12E-E456165CB688}"/>
                  </a:ext>
                </a:extLst>
              </p:cNvPr>
              <p:cNvSpPr txBox="1"/>
              <p:nvPr/>
            </p:nvSpPr>
            <p:spPr>
              <a:xfrm>
                <a:off x="31659372" y="10546102"/>
                <a:ext cx="118494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7D45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WRITE_DATA_TO_RAM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1560F6FE-8D97-FC33-FBF5-A0D9737E7BFC}"/>
                  </a:ext>
                </a:extLst>
              </p:cNvPr>
              <p:cNvSpPr txBox="1"/>
              <p:nvPr/>
            </p:nvSpPr>
            <p:spPr>
              <a:xfrm>
                <a:off x="31659372" y="10971484"/>
                <a:ext cx="13660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12C0F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READ_ADDRESS_ON_RAM</a:t>
                </a:r>
              </a:p>
            </p:txBody>
          </p:sp>
        </p:grpSp>
        <p:grpSp>
          <p:nvGrpSpPr>
            <p:cNvPr id="465" name="Group 464">
              <a:extLst>
                <a:ext uri="{FF2B5EF4-FFF2-40B4-BE49-F238E27FC236}">
                  <a16:creationId xmlns:a16="http://schemas.microsoft.com/office/drawing/2014/main" id="{8574BF71-5694-C39B-F160-D2E82A00CF1C}"/>
                </a:ext>
              </a:extLst>
            </p:cNvPr>
            <p:cNvGrpSpPr/>
            <p:nvPr/>
          </p:nvGrpSpPr>
          <p:grpSpPr>
            <a:xfrm>
              <a:off x="1382185" y="3732126"/>
              <a:ext cx="30142243" cy="11639079"/>
              <a:chOff x="1562957" y="3815254"/>
              <a:chExt cx="30142243" cy="11639079"/>
            </a:xfrm>
          </p:grpSpPr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A9721E51-7D05-91EF-CA7F-B0E0B103F7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225865" y="13119367"/>
                <a:ext cx="483512" cy="0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72741615-1BFD-3C5D-8F07-8DBD079A97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223021" y="13551505"/>
                <a:ext cx="720000" cy="1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A17A01A6-2AA7-2E07-CB78-866A3960A7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6122267" y="12433530"/>
                <a:ext cx="2337906" cy="734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E4291C32-1A9C-7920-0B3A-BFD027D910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737923" y="9511171"/>
                <a:ext cx="720000" cy="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55FB8B0-FBE7-1246-3E27-24E8BE9FB4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737923" y="9936126"/>
                <a:ext cx="720000" cy="1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Elbow Connector 174">
                <a:extLst>
                  <a:ext uri="{FF2B5EF4-FFF2-40B4-BE49-F238E27FC236}">
                    <a16:creationId xmlns:a16="http://schemas.microsoft.com/office/drawing/2014/main" id="{D4E4E630-FDED-0284-63E9-8B35ECA9648F}"/>
                  </a:ext>
                </a:extLst>
              </p:cNvPr>
              <p:cNvCxnSpPr>
                <a:cxnSpLocks/>
                <a:stCxn id="155" idx="3"/>
              </p:cNvCxnSpPr>
              <p:nvPr/>
            </p:nvCxnSpPr>
            <p:spPr>
              <a:xfrm>
                <a:off x="1562957" y="3815254"/>
                <a:ext cx="26900531" cy="6478002"/>
              </a:xfrm>
              <a:prstGeom prst="bentConnector3">
                <a:avLst>
                  <a:gd name="adj1" fmla="val 93522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DF151949-3CAF-4CBA-5C95-E51DC94691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12045" y="6135414"/>
                <a:ext cx="0" cy="8640000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A8AEB54B-FC16-04E8-E678-5134956FF0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602828" y="14775414"/>
                <a:ext cx="11536753" cy="0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13642F71-0348-8756-9112-E0F30B3C33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32400" y="12438094"/>
                <a:ext cx="0" cy="2337320"/>
              </a:xfrm>
              <a:prstGeom prst="line">
                <a:avLst/>
              </a:prstGeom>
              <a:ln>
                <a:solidFill>
                  <a:srgbClr val="0323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F8144DA8-0DBC-11C1-FF28-BC9B8DC525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93650" y="9517433"/>
                <a:ext cx="2146579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FA8C28EE-1CCE-D495-C697-16110F93CA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78440" y="9943899"/>
                <a:ext cx="1571541" cy="0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E0D072B9-BD65-5160-ABA6-48FCFFD666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29587" y="9512512"/>
                <a:ext cx="0" cy="120467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CB381385-82FC-E6D8-120E-7467C97471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22160" y="10712540"/>
                <a:ext cx="2340000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EA64AD9F-1F1D-A87A-B751-402A16CEC0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44415" y="9935784"/>
                <a:ext cx="0" cy="1204175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B5D80715-2FA9-4C55-D8DD-7B4015E96E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6558" y="11139959"/>
                <a:ext cx="2923200" cy="0"/>
              </a:xfrm>
              <a:prstGeom prst="line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74C33C68-C39E-C328-5829-91FC699822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242777" y="13124257"/>
                <a:ext cx="720000" cy="1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44CDFD53-AAB6-A0A0-9805-6D05DEE637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962777" y="11575318"/>
                <a:ext cx="0" cy="1557546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F6293FEF-D61A-C8FE-E292-B84CF096B3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53252" y="11575317"/>
                <a:ext cx="3510000" cy="0"/>
              </a:xfrm>
              <a:prstGeom prst="line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42D461B1-E4BE-4760-233C-89055A374D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67519" y="13558007"/>
                <a:ext cx="1080000" cy="1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A51AB74A-389F-FF11-A2E1-A4D9CA9A35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47519" y="12002736"/>
                <a:ext cx="0" cy="1563979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6700E950-09EF-9B60-C683-C7524CCB0B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7994" y="12000462"/>
                <a:ext cx="2923200" cy="0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345B3E83-AC9F-AC0C-2619-D398EB013709}"/>
                  </a:ext>
                </a:extLst>
              </p:cNvPr>
              <p:cNvSpPr/>
              <p:nvPr/>
            </p:nvSpPr>
            <p:spPr>
              <a:xfrm>
                <a:off x="28465200" y="9975087"/>
                <a:ext cx="3240000" cy="324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FUSED ALIGNED OUTUPT</a:t>
                </a:r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B8A02A7F-31EC-209A-0CB5-CAB22A926DD0}"/>
                  </a:ext>
                </a:extLst>
              </p:cNvPr>
              <p:cNvSpPr/>
              <p:nvPr/>
            </p:nvSpPr>
            <p:spPr>
              <a:xfrm>
                <a:off x="14556588" y="6093652"/>
                <a:ext cx="108000" cy="108000"/>
              </a:xfrm>
              <a:prstGeom prst="ellipse">
                <a:avLst/>
              </a:prstGeom>
              <a:solidFill>
                <a:srgbClr val="042233"/>
              </a:solidFill>
              <a:ln>
                <a:solidFill>
                  <a:srgbClr val="042233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53A881A1-7B4C-6932-1791-470A66B8A3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36144" y="7527265"/>
                <a:ext cx="0" cy="79200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6809E7F6-A176-57F2-19CB-3CE30C7038BD}"/>
                  </a:ext>
                </a:extLst>
              </p:cNvPr>
              <p:cNvSpPr/>
              <p:nvPr/>
            </p:nvSpPr>
            <p:spPr>
              <a:xfrm>
                <a:off x="13382144" y="7473266"/>
                <a:ext cx="108000" cy="108000"/>
              </a:xfrm>
              <a:prstGeom prst="ellipse">
                <a:avLst/>
              </a:prstGeom>
              <a:solidFill>
                <a:srgbClr val="400B3B"/>
              </a:solidFill>
              <a:ln>
                <a:solidFill>
                  <a:srgbClr val="400B3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82A11D1C-78C8-EDC3-9412-792BE7DA88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29936" y="15447265"/>
                <a:ext cx="13291033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B4FA4E2E-9047-4FE4-06F5-B09E4CD0EB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19200" y="12865309"/>
                <a:ext cx="0" cy="2589024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EE99E437-A40C-F5EC-1EE5-4CA4BF35CA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12250" y="12865309"/>
                <a:ext cx="1748941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D2048912-AEA4-0D0A-E1C2-3A745DE41743}"/>
                  </a:ext>
                </a:extLst>
              </p:cNvPr>
              <p:cNvSpPr txBox="1"/>
              <p:nvPr/>
            </p:nvSpPr>
            <p:spPr>
              <a:xfrm>
                <a:off x="26987995" y="12760420"/>
                <a:ext cx="129715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00B3B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READ_DATA_FROM_RAM</a:t>
                </a:r>
              </a:p>
            </p:txBody>
          </p:sp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5DF999B9-3C18-A03D-694A-933A7B4E2E98}"/>
                  </a:ext>
                </a:extLst>
              </p:cNvPr>
              <p:cNvSpPr txBox="1"/>
              <p:nvPr/>
            </p:nvSpPr>
            <p:spPr>
              <a:xfrm>
                <a:off x="26667394" y="12326542"/>
                <a:ext cx="161775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42233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BANKS_5_TO_8_USER_MODULE</a:t>
                </a:r>
              </a:p>
            </p:txBody>
          </p:sp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B5744676-4667-E2D7-43B7-32CCA0C525F7}"/>
                  </a:ext>
                </a:extLst>
              </p:cNvPr>
              <p:cNvSpPr txBox="1"/>
              <p:nvPr/>
            </p:nvSpPr>
            <p:spPr>
              <a:xfrm>
                <a:off x="27775069" y="10185534"/>
                <a:ext cx="51007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CLOCK</a:t>
                </a: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19D96DCD-6CE0-BF15-B5CC-8AFAC28414C3}"/>
                  </a:ext>
                </a:extLst>
              </p:cNvPr>
              <p:cNvSpPr txBox="1"/>
              <p:nvPr/>
            </p:nvSpPr>
            <p:spPr>
              <a:xfrm>
                <a:off x="23378188" y="13015273"/>
                <a:ext cx="139974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D86ECC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DISPARITY_DATA_AT_PIXEL</a:t>
                </a: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D1E315CB-FB26-D798-0AD3-3FAE43AEE297}"/>
                  </a:ext>
                </a:extLst>
              </p:cNvPr>
              <p:cNvSpPr txBox="1"/>
              <p:nvPr/>
            </p:nvSpPr>
            <p:spPr>
              <a:xfrm>
                <a:off x="23378188" y="13444991"/>
                <a:ext cx="149271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C1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DISPARITY_PIXEL_METADATA</a:t>
                </a: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38A3B71F-0BE5-4C55-65ED-C3B75335CAF3}"/>
                  </a:ext>
                </a:extLst>
              </p:cNvPr>
              <p:cNvSpPr txBox="1"/>
              <p:nvPr/>
            </p:nvSpPr>
            <p:spPr>
              <a:xfrm>
                <a:off x="26885403" y="11468627"/>
                <a:ext cx="139974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D86ECC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DISPARITY_DATA_AT_PIXEL</a:t>
                </a: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EF7A14BE-BE2C-10EA-B0B0-EF84B5542DAD}"/>
                  </a:ext>
                </a:extLst>
              </p:cNvPr>
              <p:cNvSpPr txBox="1"/>
              <p:nvPr/>
            </p:nvSpPr>
            <p:spPr>
              <a:xfrm>
                <a:off x="26792429" y="11895009"/>
                <a:ext cx="149271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C1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DISPARITY_PIXEL_METADATA</a:t>
                </a:r>
              </a:p>
            </p:txBody>
          </p:sp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224540E3-1ED0-7D5A-A10B-54A9420D3101}"/>
                  </a:ext>
                </a:extLst>
              </p:cNvPr>
              <p:cNvSpPr txBox="1"/>
              <p:nvPr/>
            </p:nvSpPr>
            <p:spPr>
              <a:xfrm>
                <a:off x="22901340" y="9400089"/>
                <a:ext cx="155683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CONFIDENCE_DATA_AT_PIXEL</a:t>
                </a:r>
              </a:p>
            </p:txBody>
          </p:sp>
          <p:sp>
            <p:nvSpPr>
              <p:cNvPr id="462" name="TextBox 461">
                <a:extLst>
                  <a:ext uri="{FF2B5EF4-FFF2-40B4-BE49-F238E27FC236}">
                    <a16:creationId xmlns:a16="http://schemas.microsoft.com/office/drawing/2014/main" id="{3A579C96-6F0E-FADD-4B7D-DDB2AFD6EAB6}"/>
                  </a:ext>
                </a:extLst>
              </p:cNvPr>
              <p:cNvSpPr txBox="1"/>
              <p:nvPr/>
            </p:nvSpPr>
            <p:spPr>
              <a:xfrm>
                <a:off x="22901340" y="9829807"/>
                <a:ext cx="164981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4F14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CONFIDENCE_PIXEL_METADATA</a:t>
                </a:r>
              </a:p>
            </p:txBody>
          </p:sp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641BA67F-AFD7-F701-7B4E-761E9A0D716A}"/>
                  </a:ext>
                </a:extLst>
              </p:cNvPr>
              <p:cNvSpPr txBox="1"/>
              <p:nvPr/>
            </p:nvSpPr>
            <p:spPr>
              <a:xfrm>
                <a:off x="26728143" y="10619412"/>
                <a:ext cx="155683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CONFIDENCE_DATA_AT_PIXEL</a:t>
                </a:r>
              </a:p>
            </p:txBody>
          </p:sp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1564DB00-A420-3CFF-F50F-F74825890315}"/>
                  </a:ext>
                </a:extLst>
              </p:cNvPr>
              <p:cNvSpPr txBox="1"/>
              <p:nvPr/>
            </p:nvSpPr>
            <p:spPr>
              <a:xfrm>
                <a:off x="26635168" y="11042245"/>
                <a:ext cx="164981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4F14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CONFIDENCE_PIXEL_METADATA</a:t>
                </a:r>
              </a:p>
            </p:txBody>
          </p:sp>
        </p:grpSp>
        <p:grpSp>
          <p:nvGrpSpPr>
            <p:cNvPr id="515" name="Group 514">
              <a:extLst>
                <a:ext uri="{FF2B5EF4-FFF2-40B4-BE49-F238E27FC236}">
                  <a16:creationId xmlns:a16="http://schemas.microsoft.com/office/drawing/2014/main" id="{374131B7-5102-58EE-B0D0-76265E8B469C}"/>
                </a:ext>
              </a:extLst>
            </p:cNvPr>
            <p:cNvGrpSpPr/>
            <p:nvPr/>
          </p:nvGrpSpPr>
          <p:grpSpPr>
            <a:xfrm>
              <a:off x="11712878" y="6364252"/>
              <a:ext cx="5832535" cy="3174410"/>
              <a:chOff x="11712878" y="6364252"/>
              <a:chExt cx="5832535" cy="3174410"/>
            </a:xfrm>
          </p:grpSpPr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920DF78F-554B-F95C-6759-AD11879775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12878" y="6472704"/>
                <a:ext cx="72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5A7030BE-DEDB-8F74-779C-E33ACACACF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14184" y="6893297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A4C785EB-3B5A-1F1E-23A2-6C1E697E8E9D}"/>
                  </a:ext>
                </a:extLst>
              </p:cNvPr>
              <p:cNvSpPr/>
              <p:nvPr/>
            </p:nvSpPr>
            <p:spPr>
              <a:xfrm>
                <a:off x="16357413" y="8843009"/>
                <a:ext cx="1188000" cy="6956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REGISTER</a:t>
                </a:r>
              </a:p>
            </p:txBody>
          </p: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4A0B0CC6-DEC8-52DD-CAC2-1C17D9C66F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66795" y="6477069"/>
                <a:ext cx="1080000" cy="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21F28365-2BD4-5938-FDC0-1645686251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60118" y="6899798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56ED4B8C-38DF-C7CA-A5EB-31A8740893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670879" y="6893297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7C7D61FC-9D3B-3EEA-F29F-BA959E4CC2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38087" y="6472703"/>
                <a:ext cx="0" cy="252000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7C9EDC9C-2662-B65A-7700-4AF577B536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30349" y="8989446"/>
                <a:ext cx="2325932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E4BCC25D-E13D-E778-C54E-3A8400B495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61641" y="9405253"/>
                <a:ext cx="2700000" cy="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393" name="TextBox 392">
                <a:extLst>
                  <a:ext uri="{FF2B5EF4-FFF2-40B4-BE49-F238E27FC236}">
                    <a16:creationId xmlns:a16="http://schemas.microsoft.com/office/drawing/2014/main" id="{C1372EF6-3F60-4AEA-9B5B-EC715AD45E3D}"/>
                  </a:ext>
                </a:extLst>
              </p:cNvPr>
              <p:cNvSpPr txBox="1"/>
              <p:nvPr/>
            </p:nvSpPr>
            <p:spPr>
              <a:xfrm>
                <a:off x="11865452" y="6364252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4C2D83F9-68C9-B4D6-AAE5-952A5E84B531}"/>
                  </a:ext>
                </a:extLst>
              </p:cNvPr>
              <p:cNvSpPr txBox="1"/>
              <p:nvPr/>
            </p:nvSpPr>
            <p:spPr>
              <a:xfrm>
                <a:off x="11865452" y="6792270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  <p:sp>
            <p:nvSpPr>
              <p:cNvPr id="472" name="TextBox 471">
                <a:extLst>
                  <a:ext uri="{FF2B5EF4-FFF2-40B4-BE49-F238E27FC236}">
                    <a16:creationId xmlns:a16="http://schemas.microsoft.com/office/drawing/2014/main" id="{0B9539BD-776F-DDED-5CBB-1909623F3D52}"/>
                  </a:ext>
                </a:extLst>
              </p:cNvPr>
              <p:cNvSpPr txBox="1"/>
              <p:nvPr/>
            </p:nvSpPr>
            <p:spPr>
              <a:xfrm>
                <a:off x="14862794" y="8884976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473" name="TextBox 472">
                <a:extLst>
                  <a:ext uri="{FF2B5EF4-FFF2-40B4-BE49-F238E27FC236}">
                    <a16:creationId xmlns:a16="http://schemas.microsoft.com/office/drawing/2014/main" id="{312D62C7-979B-72A7-17C9-385A73384EF3}"/>
                  </a:ext>
                </a:extLst>
              </p:cNvPr>
              <p:cNvSpPr txBox="1"/>
              <p:nvPr/>
            </p:nvSpPr>
            <p:spPr>
              <a:xfrm>
                <a:off x="14612725" y="9301351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</p:grpSp>
        <p:grpSp>
          <p:nvGrpSpPr>
            <p:cNvPr id="514" name="Group 513">
              <a:extLst>
                <a:ext uri="{FF2B5EF4-FFF2-40B4-BE49-F238E27FC236}">
                  <a16:creationId xmlns:a16="http://schemas.microsoft.com/office/drawing/2014/main" id="{A08419FB-1EDA-5036-2454-569E42707186}"/>
                </a:ext>
              </a:extLst>
            </p:cNvPr>
            <p:cNvGrpSpPr/>
            <p:nvPr/>
          </p:nvGrpSpPr>
          <p:grpSpPr>
            <a:xfrm>
              <a:off x="1382185" y="3678125"/>
              <a:ext cx="21175415" cy="6639725"/>
              <a:chOff x="1382185" y="3678125"/>
              <a:chExt cx="21175415" cy="6639725"/>
            </a:xfrm>
          </p:grpSpPr>
          <p:cxnSp>
            <p:nvCxnSpPr>
              <p:cNvPr id="262" name="Elbow Connector 261">
                <a:extLst>
                  <a:ext uri="{FF2B5EF4-FFF2-40B4-BE49-F238E27FC236}">
                    <a16:creationId xmlns:a16="http://schemas.microsoft.com/office/drawing/2014/main" id="{7B5D311F-6AE6-5276-F04F-49311720171B}"/>
                  </a:ext>
                </a:extLst>
              </p:cNvPr>
              <p:cNvCxnSpPr>
                <a:cxnSpLocks/>
                <a:stCxn id="155" idx="3"/>
              </p:cNvCxnSpPr>
              <p:nvPr/>
            </p:nvCxnSpPr>
            <p:spPr>
              <a:xfrm>
                <a:off x="1382185" y="3732126"/>
                <a:ext cx="19010386" cy="4790212"/>
              </a:xfrm>
              <a:prstGeom prst="bentConnector3">
                <a:avLst>
                  <a:gd name="adj1" fmla="val 2448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9401C334-8B2C-E8A8-A864-B73DF2FE6412}"/>
                  </a:ext>
                </a:extLst>
              </p:cNvPr>
              <p:cNvSpPr/>
              <p:nvPr/>
            </p:nvSpPr>
            <p:spPr>
              <a:xfrm>
                <a:off x="20397600" y="8157850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CONFIDENCE COMPUTER</a:t>
                </a:r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2E064603-6AAA-5B39-7446-05FE98B9BAB5}"/>
                  </a:ext>
                </a:extLst>
              </p:cNvPr>
              <p:cNvSpPr/>
              <p:nvPr/>
            </p:nvSpPr>
            <p:spPr>
              <a:xfrm>
                <a:off x="1793029" y="3678125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96" name="Straight Connector 495">
                <a:extLst>
                  <a:ext uri="{FF2B5EF4-FFF2-40B4-BE49-F238E27FC236}">
                    <a16:creationId xmlns:a16="http://schemas.microsoft.com/office/drawing/2014/main" id="{1C43E3C0-6640-715A-E24F-1D3EA19CBA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54415" y="9409074"/>
                <a:ext cx="2838156" cy="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480" name="TextBox 479">
                <a:extLst>
                  <a:ext uri="{FF2B5EF4-FFF2-40B4-BE49-F238E27FC236}">
                    <a16:creationId xmlns:a16="http://schemas.microsoft.com/office/drawing/2014/main" id="{BEFF06F3-C086-78C6-3698-63F1515104D7}"/>
                  </a:ext>
                </a:extLst>
              </p:cNvPr>
              <p:cNvSpPr txBox="1"/>
              <p:nvPr/>
            </p:nvSpPr>
            <p:spPr>
              <a:xfrm>
                <a:off x="18620634" y="9301351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  <p:cxnSp>
            <p:nvCxnSpPr>
              <p:cNvPr id="498" name="Straight Connector 497">
                <a:extLst>
                  <a:ext uri="{FF2B5EF4-FFF2-40B4-BE49-F238E27FC236}">
                    <a16:creationId xmlns:a16="http://schemas.microsoft.com/office/drawing/2014/main" id="{CD9F7C28-CFA7-A606-F1A5-1AAECA1CE0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54415" y="8992698"/>
                <a:ext cx="2838156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8" name="TextBox 477">
                <a:extLst>
                  <a:ext uri="{FF2B5EF4-FFF2-40B4-BE49-F238E27FC236}">
                    <a16:creationId xmlns:a16="http://schemas.microsoft.com/office/drawing/2014/main" id="{2E576FB1-9143-F0EF-638A-DB5B34F0C32B}"/>
                  </a:ext>
                </a:extLst>
              </p:cNvPr>
              <p:cNvSpPr txBox="1"/>
              <p:nvPr/>
            </p:nvSpPr>
            <p:spPr>
              <a:xfrm>
                <a:off x="18870703" y="8884976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510" name="TextBox 509">
                <a:extLst>
                  <a:ext uri="{FF2B5EF4-FFF2-40B4-BE49-F238E27FC236}">
                    <a16:creationId xmlns:a16="http://schemas.microsoft.com/office/drawing/2014/main" id="{7C49F7FF-A3BC-4BCB-20C5-46521F924CF8}"/>
                  </a:ext>
                </a:extLst>
              </p:cNvPr>
              <p:cNvSpPr txBox="1"/>
              <p:nvPr/>
            </p:nvSpPr>
            <p:spPr>
              <a:xfrm>
                <a:off x="19744339" y="8414616"/>
                <a:ext cx="51007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CLOCK</a:t>
                </a:r>
              </a:p>
            </p:txBody>
          </p:sp>
        </p:grpSp>
        <p:grpSp>
          <p:nvGrpSpPr>
            <p:cNvPr id="563" name="Group 562">
              <a:extLst>
                <a:ext uri="{FF2B5EF4-FFF2-40B4-BE49-F238E27FC236}">
                  <a16:creationId xmlns:a16="http://schemas.microsoft.com/office/drawing/2014/main" id="{4ABAE797-9E0A-A3BC-75CE-F963CAD6B102}"/>
                </a:ext>
              </a:extLst>
            </p:cNvPr>
            <p:cNvGrpSpPr/>
            <p:nvPr/>
          </p:nvGrpSpPr>
          <p:grpSpPr>
            <a:xfrm>
              <a:off x="1795805" y="3732126"/>
              <a:ext cx="23109052" cy="10328737"/>
              <a:chOff x="1795805" y="3732126"/>
              <a:chExt cx="23109052" cy="10328737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5E66CEB4-EB5D-573E-EA92-AB7A111ED062}"/>
                  </a:ext>
                </a:extLst>
              </p:cNvPr>
              <p:cNvSpPr/>
              <p:nvPr/>
            </p:nvSpPr>
            <p:spPr>
              <a:xfrm>
                <a:off x="1795805" y="8468338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3625D99F-3B3A-0BC2-CC15-3F6C34BDEA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50930" y="9407387"/>
                <a:ext cx="0" cy="3632161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5E46878F-96FB-DE9E-99E9-D7E8139F84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10930" y="8994697"/>
                <a:ext cx="0" cy="3602948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Elbow Connector 241">
                <a:extLst>
                  <a:ext uri="{FF2B5EF4-FFF2-40B4-BE49-F238E27FC236}">
                    <a16:creationId xmlns:a16="http://schemas.microsoft.com/office/drawing/2014/main" id="{B7A1F196-B473-2CDA-84D5-AC2AB45AFD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6000" y="3732126"/>
                <a:ext cx="16000581" cy="8411408"/>
              </a:xfrm>
              <a:prstGeom prst="bentConnector3">
                <a:avLst>
                  <a:gd name="adj1" fmla="val -19051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64A8C930-86DD-AE0A-E53D-C6B6EFD338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58693" y="8570585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5FF7D745-55FB-A457-80DC-BB8FBD91EA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57613" y="9002565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35782A53-4F27-956B-9065-9DA49559EA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99619" y="12588511"/>
                <a:ext cx="2686048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A298A2A6-A4FF-7CDE-583E-160C8F0B57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39298" y="13034911"/>
                <a:ext cx="3046369" cy="0"/>
              </a:xfrm>
              <a:prstGeom prst="line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7585EB46-9A64-8A9C-D0B9-1A002F875B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15667" y="8574817"/>
                <a:ext cx="1080000" cy="1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F809458E-10CA-E1A5-DC73-C4570A6191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20769" y="9006798"/>
                <a:ext cx="720000" cy="1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E0410528-A5A5-42A1-C205-00572E55AC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0769" y="8998907"/>
                <a:ext cx="0" cy="18000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C8A46135-82DD-5E1A-1500-8F9CE0D94A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895667" y="8565614"/>
                <a:ext cx="0" cy="2520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ED35B26C-8EF3-7FDA-1200-59B89D707B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29074" y="10798907"/>
                <a:ext cx="5620885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25ADC312-3E85-39B4-D6AD-22734E78CC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66296" y="11078715"/>
                <a:ext cx="6338561" cy="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E801C4A3-75A7-64BB-C374-26E22D7F64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7911" y="10798907"/>
                <a:ext cx="0" cy="268920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446C5F58-2C9B-DB59-6D14-0642653C25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29074" y="13477822"/>
                <a:ext cx="1960918" cy="0"/>
              </a:xfrm>
              <a:prstGeom prst="line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266D6AFF-702A-8FE8-DAF2-707BEA3C17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4570" y="11078715"/>
                <a:ext cx="0" cy="2862000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91BB2AB0-B2AE-9D51-B1FA-8F708C7C8F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566296" y="13931018"/>
                <a:ext cx="2323696" cy="1915"/>
              </a:xfrm>
              <a:prstGeom prst="lin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CB0A4295-F970-0B56-DD50-A4822EEB9D2F}"/>
                  </a:ext>
                </a:extLst>
              </p:cNvPr>
              <p:cNvSpPr/>
              <p:nvPr/>
            </p:nvSpPr>
            <p:spPr>
              <a:xfrm>
                <a:off x="17798101" y="9349635"/>
                <a:ext cx="108000" cy="108000"/>
              </a:xfrm>
              <a:prstGeom prst="ellipse">
                <a:avLst/>
              </a:prstGeom>
              <a:solidFill>
                <a:srgbClr val="024059"/>
              </a:solidFill>
              <a:ln>
                <a:solidFill>
                  <a:srgbClr val="024059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8565CF67-3235-CEA9-9082-3987BBDDE888}"/>
                  </a:ext>
                </a:extLst>
              </p:cNvPr>
              <p:cNvSpPr/>
              <p:nvPr/>
            </p:nvSpPr>
            <p:spPr>
              <a:xfrm>
                <a:off x="18154042" y="8950272"/>
                <a:ext cx="108000" cy="108000"/>
              </a:xfrm>
              <a:prstGeom prst="ellipse">
                <a:avLst/>
              </a:prstGeom>
              <a:solidFill>
                <a:srgbClr val="3A3A3A"/>
              </a:solidFill>
              <a:ln>
                <a:solidFill>
                  <a:srgbClr val="32323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62434B51-45A8-1E00-53C8-F28C98EEFCFD}"/>
                  </a:ext>
                </a:extLst>
              </p:cNvPr>
              <p:cNvSpPr txBox="1"/>
              <p:nvPr/>
            </p:nvSpPr>
            <p:spPr>
              <a:xfrm>
                <a:off x="22719600" y="8470988"/>
                <a:ext cx="14734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52808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DERIVATIVE_COLUMN_DATA</a:t>
                </a:r>
              </a:p>
            </p:txBody>
          </p:sp>
          <p:sp>
            <p:nvSpPr>
              <p:cNvPr id="468" name="TextBox 467">
                <a:extLst>
                  <a:ext uri="{FF2B5EF4-FFF2-40B4-BE49-F238E27FC236}">
                    <a16:creationId xmlns:a16="http://schemas.microsoft.com/office/drawing/2014/main" id="{184CACA5-3731-0DF2-D3A4-A2B956958E82}"/>
                  </a:ext>
                </a:extLst>
              </p:cNvPr>
              <p:cNvSpPr txBox="1"/>
              <p:nvPr/>
            </p:nvSpPr>
            <p:spPr>
              <a:xfrm>
                <a:off x="22719600" y="8896550"/>
                <a:ext cx="1723549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00B3B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DERIVATIVE_COLUMN_METADATA</a:t>
                </a:r>
              </a:p>
            </p:txBody>
          </p:sp>
          <p:sp>
            <p:nvSpPr>
              <p:cNvPr id="469" name="TextBox 468">
                <a:extLst>
                  <a:ext uri="{FF2B5EF4-FFF2-40B4-BE49-F238E27FC236}">
                    <a16:creationId xmlns:a16="http://schemas.microsoft.com/office/drawing/2014/main" id="{FA038769-7BA2-F0B3-C3D8-E5F0BD19BC6F}"/>
                  </a:ext>
                </a:extLst>
              </p:cNvPr>
              <p:cNvSpPr txBox="1"/>
              <p:nvPr/>
            </p:nvSpPr>
            <p:spPr>
              <a:xfrm>
                <a:off x="19276069" y="13825211"/>
                <a:ext cx="1473480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52808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DERIVATIVE_COLUMN_DATA</a:t>
                </a:r>
              </a:p>
            </p:txBody>
          </p:sp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E214E503-1952-A907-4C5D-F740E1A303A5}"/>
                  </a:ext>
                </a:extLst>
              </p:cNvPr>
              <p:cNvSpPr txBox="1"/>
              <p:nvPr/>
            </p:nvSpPr>
            <p:spPr>
              <a:xfrm>
                <a:off x="19026000" y="13372274"/>
                <a:ext cx="1723549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00B3B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DERIVATIVE_COLUMN_METADATA</a:t>
                </a:r>
              </a:p>
            </p:txBody>
          </p:sp>
          <p:sp>
            <p:nvSpPr>
              <p:cNvPr id="540" name="TextBox 539">
                <a:extLst>
                  <a:ext uri="{FF2B5EF4-FFF2-40B4-BE49-F238E27FC236}">
                    <a16:creationId xmlns:a16="http://schemas.microsoft.com/office/drawing/2014/main" id="{0B4035F1-17A3-78C6-56E6-C8150F965243}"/>
                  </a:ext>
                </a:extLst>
              </p:cNvPr>
              <p:cNvSpPr txBox="1"/>
              <p:nvPr/>
            </p:nvSpPr>
            <p:spPr>
              <a:xfrm>
                <a:off x="19115768" y="12926135"/>
                <a:ext cx="1633781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24059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EPI_COLUMN_PIXEL_METADATA</a:t>
                </a:r>
              </a:p>
            </p:txBody>
          </p:sp>
          <p:sp>
            <p:nvSpPr>
              <p:cNvPr id="541" name="TextBox 540">
                <a:extLst>
                  <a:ext uri="{FF2B5EF4-FFF2-40B4-BE49-F238E27FC236}">
                    <a16:creationId xmlns:a16="http://schemas.microsoft.com/office/drawing/2014/main" id="{9E94A152-18A8-364F-E322-F4FDC59E7471}"/>
                  </a:ext>
                </a:extLst>
              </p:cNvPr>
              <p:cNvSpPr txBox="1"/>
              <p:nvPr/>
            </p:nvSpPr>
            <p:spPr>
              <a:xfrm>
                <a:off x="19365837" y="12482568"/>
                <a:ext cx="1383712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A3A3A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EPI_COLUMN_PIXEL_DATA</a:t>
                </a:r>
              </a:p>
            </p:txBody>
          </p:sp>
          <p:sp>
            <p:nvSpPr>
              <p:cNvPr id="542" name="TextBox 541">
                <a:extLst>
                  <a:ext uri="{FF2B5EF4-FFF2-40B4-BE49-F238E27FC236}">
                    <a16:creationId xmlns:a16="http://schemas.microsoft.com/office/drawing/2014/main" id="{29B2AA3C-4454-981E-F90F-1425D04A65E1}"/>
                  </a:ext>
                </a:extLst>
              </p:cNvPr>
              <p:cNvSpPr txBox="1"/>
              <p:nvPr/>
            </p:nvSpPr>
            <p:spPr>
              <a:xfrm>
                <a:off x="20239473" y="12032602"/>
                <a:ext cx="510076" cy="215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CLOCK</a:t>
                </a:r>
              </a:p>
            </p:txBody>
          </p:sp>
          <p:sp>
            <p:nvSpPr>
              <p:cNvPr id="562" name="Rectangle 561">
                <a:extLst>
                  <a:ext uri="{FF2B5EF4-FFF2-40B4-BE49-F238E27FC236}">
                    <a16:creationId xmlns:a16="http://schemas.microsoft.com/office/drawing/2014/main" id="{FED3174B-8840-9476-5C95-6E166D06F0D6}"/>
                  </a:ext>
                </a:extLst>
              </p:cNvPr>
              <p:cNvSpPr/>
              <p:nvPr/>
            </p:nvSpPr>
            <p:spPr>
              <a:xfrm>
                <a:off x="20890800" y="11900863"/>
                <a:ext cx="2160000" cy="2160000"/>
              </a:xfrm>
              <a:prstGeom prst="rect">
                <a:avLst/>
              </a:prstGeom>
              <a:ln>
                <a:solidFill>
                  <a:srgbClr val="032333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DISPARITY ESTIMATOR</a:t>
                </a:r>
              </a:p>
            </p:txBody>
          </p:sp>
        </p:grp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89195B-4D12-8A11-9F92-E95A983C2876}"/>
              </a:ext>
            </a:extLst>
          </p:cNvPr>
          <p:cNvCxnSpPr/>
          <p:nvPr/>
        </p:nvCxnSpPr>
        <p:spPr>
          <a:xfrm flipH="1">
            <a:off x="1444014" y="4895364"/>
            <a:ext cx="324000" cy="324000"/>
          </a:xfrm>
          <a:prstGeom prst="line">
            <a:avLst/>
          </a:prstGeom>
          <a:ln>
            <a:solidFill>
              <a:srgbClr val="612C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019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</TotalTime>
  <Words>331</Words>
  <Application>Microsoft Macintosh PowerPoint</Application>
  <PresentationFormat>Custom</PresentationFormat>
  <Paragraphs>67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Biswas</dc:creator>
  <cp:lastModifiedBy>Daniel Biswas</cp:lastModifiedBy>
  <cp:revision>7</cp:revision>
  <dcterms:created xsi:type="dcterms:W3CDTF">2026-04-13T02:29:08Z</dcterms:created>
  <dcterms:modified xsi:type="dcterms:W3CDTF">2026-04-13T10:27:02Z</dcterms:modified>
</cp:coreProperties>
</file>