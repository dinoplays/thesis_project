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4"/>
  </p:notesMasterIdLst>
  <p:sldIdLst>
    <p:sldId id="256" r:id="rId2"/>
    <p:sldId id="257" r:id="rId3"/>
  </p:sldIdLst>
  <p:sldSz cx="44999275" cy="449992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12C0F"/>
    <a:srgbClr val="032333"/>
    <a:srgbClr val="C00000"/>
    <a:srgbClr val="C04F14"/>
    <a:srgbClr val="D86ECC"/>
    <a:srgbClr val="FFC100"/>
    <a:srgbClr val="400B3B"/>
    <a:srgbClr val="052808"/>
    <a:srgbClr val="3F0A3B"/>
    <a:srgbClr val="0240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72"/>
    <p:restoredTop sz="94606"/>
  </p:normalViewPr>
  <p:slideViewPr>
    <p:cSldViewPr snapToGrid="0">
      <p:cViewPr>
        <p:scale>
          <a:sx n="22" d="100"/>
          <a:sy n="22" d="100"/>
        </p:scale>
        <p:origin x="1112" y="-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25F1DC-1706-A34D-B5FB-0CCA13E874C2}" type="datetimeFigureOut">
              <a:rPr lang="en-US" smtClean="0"/>
              <a:t>4/13/26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7451C4-2BF6-1D42-99C3-0F8BF1E3A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266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25809" rtl="0" eaLnBrk="1" latinLnBrk="0" hangingPunct="1">
      <a:defRPr sz="1477" kern="1200">
        <a:solidFill>
          <a:schemeClr val="tx1"/>
        </a:solidFill>
        <a:latin typeface="+mn-lt"/>
        <a:ea typeface="+mn-ea"/>
        <a:cs typeface="+mn-cs"/>
      </a:defRPr>
    </a:lvl1pPr>
    <a:lvl2pPr marL="562905" algn="l" defTabSz="1125809" rtl="0" eaLnBrk="1" latinLnBrk="0" hangingPunct="1">
      <a:defRPr sz="1477" kern="1200">
        <a:solidFill>
          <a:schemeClr val="tx1"/>
        </a:solidFill>
        <a:latin typeface="+mn-lt"/>
        <a:ea typeface="+mn-ea"/>
        <a:cs typeface="+mn-cs"/>
      </a:defRPr>
    </a:lvl2pPr>
    <a:lvl3pPr marL="1125809" algn="l" defTabSz="1125809" rtl="0" eaLnBrk="1" latinLnBrk="0" hangingPunct="1">
      <a:defRPr sz="1477" kern="1200">
        <a:solidFill>
          <a:schemeClr val="tx1"/>
        </a:solidFill>
        <a:latin typeface="+mn-lt"/>
        <a:ea typeface="+mn-ea"/>
        <a:cs typeface="+mn-cs"/>
      </a:defRPr>
    </a:lvl3pPr>
    <a:lvl4pPr marL="1688714" algn="l" defTabSz="1125809" rtl="0" eaLnBrk="1" latinLnBrk="0" hangingPunct="1">
      <a:defRPr sz="1477" kern="1200">
        <a:solidFill>
          <a:schemeClr val="tx1"/>
        </a:solidFill>
        <a:latin typeface="+mn-lt"/>
        <a:ea typeface="+mn-ea"/>
        <a:cs typeface="+mn-cs"/>
      </a:defRPr>
    </a:lvl4pPr>
    <a:lvl5pPr marL="2251619" algn="l" defTabSz="1125809" rtl="0" eaLnBrk="1" latinLnBrk="0" hangingPunct="1">
      <a:defRPr sz="1477" kern="1200">
        <a:solidFill>
          <a:schemeClr val="tx1"/>
        </a:solidFill>
        <a:latin typeface="+mn-lt"/>
        <a:ea typeface="+mn-ea"/>
        <a:cs typeface="+mn-cs"/>
      </a:defRPr>
    </a:lvl5pPr>
    <a:lvl6pPr marL="2814523" algn="l" defTabSz="1125809" rtl="0" eaLnBrk="1" latinLnBrk="0" hangingPunct="1">
      <a:defRPr sz="1477" kern="1200">
        <a:solidFill>
          <a:schemeClr val="tx1"/>
        </a:solidFill>
        <a:latin typeface="+mn-lt"/>
        <a:ea typeface="+mn-ea"/>
        <a:cs typeface="+mn-cs"/>
      </a:defRPr>
    </a:lvl6pPr>
    <a:lvl7pPr marL="3377428" algn="l" defTabSz="1125809" rtl="0" eaLnBrk="1" latinLnBrk="0" hangingPunct="1">
      <a:defRPr sz="1477" kern="1200">
        <a:solidFill>
          <a:schemeClr val="tx1"/>
        </a:solidFill>
        <a:latin typeface="+mn-lt"/>
        <a:ea typeface="+mn-ea"/>
        <a:cs typeface="+mn-cs"/>
      </a:defRPr>
    </a:lvl7pPr>
    <a:lvl8pPr marL="3940332" algn="l" defTabSz="1125809" rtl="0" eaLnBrk="1" latinLnBrk="0" hangingPunct="1">
      <a:defRPr sz="1477" kern="1200">
        <a:solidFill>
          <a:schemeClr val="tx1"/>
        </a:solidFill>
        <a:latin typeface="+mn-lt"/>
        <a:ea typeface="+mn-ea"/>
        <a:cs typeface="+mn-cs"/>
      </a:defRPr>
    </a:lvl8pPr>
    <a:lvl9pPr marL="4503237" algn="l" defTabSz="1125809" rtl="0" eaLnBrk="1" latinLnBrk="0" hangingPunct="1">
      <a:defRPr sz="147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885950" y="1143000"/>
            <a:ext cx="30861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7451C4-2BF6-1D42-99C3-0F8BF1E3A98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0716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74946" y="7364468"/>
            <a:ext cx="38249384" cy="15666414"/>
          </a:xfrm>
        </p:spPr>
        <p:txBody>
          <a:bodyPr anchor="b"/>
          <a:lstStyle>
            <a:lvl1pPr algn="ctr">
              <a:defRPr sz="2952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24910" y="23635039"/>
            <a:ext cx="33749456" cy="10864405"/>
          </a:xfrm>
        </p:spPr>
        <p:txBody>
          <a:bodyPr/>
          <a:lstStyle>
            <a:lvl1pPr marL="0" indent="0" algn="ctr">
              <a:buNone/>
              <a:defRPr sz="11811"/>
            </a:lvl1pPr>
            <a:lvl2pPr marL="2249973" indent="0" algn="ctr">
              <a:buNone/>
              <a:defRPr sz="9842"/>
            </a:lvl2pPr>
            <a:lvl3pPr marL="4499945" indent="0" algn="ctr">
              <a:buNone/>
              <a:defRPr sz="8858"/>
            </a:lvl3pPr>
            <a:lvl4pPr marL="6749918" indent="0" algn="ctr">
              <a:buNone/>
              <a:defRPr sz="7874"/>
            </a:lvl4pPr>
            <a:lvl5pPr marL="8999891" indent="0" algn="ctr">
              <a:buNone/>
              <a:defRPr sz="7874"/>
            </a:lvl5pPr>
            <a:lvl6pPr marL="11249863" indent="0" algn="ctr">
              <a:buNone/>
              <a:defRPr sz="7874"/>
            </a:lvl6pPr>
            <a:lvl7pPr marL="13499836" indent="0" algn="ctr">
              <a:buNone/>
              <a:defRPr sz="7874"/>
            </a:lvl7pPr>
            <a:lvl8pPr marL="15749808" indent="0" algn="ctr">
              <a:buNone/>
              <a:defRPr sz="7874"/>
            </a:lvl8pPr>
            <a:lvl9pPr marL="17999781" indent="0" algn="ctr">
              <a:buNone/>
              <a:defRPr sz="7874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09473-D950-F046-9DA2-FE07D05AF2FD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F2603-8C95-6D49-AECC-91AE6ADD1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889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09473-D950-F046-9DA2-FE07D05AF2FD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F2603-8C95-6D49-AECC-91AE6ADD1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086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70265" y="11218582"/>
            <a:ext cx="38811875" cy="18718445"/>
          </a:xfrm>
        </p:spPr>
        <p:txBody>
          <a:bodyPr anchor="b"/>
          <a:lstStyle>
            <a:lvl1pPr>
              <a:defRPr sz="2952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70265" y="30114111"/>
            <a:ext cx="38811875" cy="9843588"/>
          </a:xfrm>
        </p:spPr>
        <p:txBody>
          <a:bodyPr/>
          <a:lstStyle>
            <a:lvl1pPr marL="0" indent="0">
              <a:buNone/>
              <a:defRPr sz="11811">
                <a:solidFill>
                  <a:schemeClr val="tx1">
                    <a:tint val="82000"/>
                  </a:schemeClr>
                </a:solidFill>
              </a:defRPr>
            </a:lvl1pPr>
            <a:lvl2pPr marL="2249973" indent="0">
              <a:buNone/>
              <a:defRPr sz="9842">
                <a:solidFill>
                  <a:schemeClr val="tx1">
                    <a:tint val="82000"/>
                  </a:schemeClr>
                </a:solidFill>
              </a:defRPr>
            </a:lvl2pPr>
            <a:lvl3pPr marL="4499945" indent="0">
              <a:buNone/>
              <a:defRPr sz="8858">
                <a:solidFill>
                  <a:schemeClr val="tx1">
                    <a:tint val="82000"/>
                  </a:schemeClr>
                </a:solidFill>
              </a:defRPr>
            </a:lvl3pPr>
            <a:lvl4pPr marL="6749918" indent="0">
              <a:buNone/>
              <a:defRPr sz="7874">
                <a:solidFill>
                  <a:schemeClr val="tx1">
                    <a:tint val="82000"/>
                  </a:schemeClr>
                </a:solidFill>
              </a:defRPr>
            </a:lvl4pPr>
            <a:lvl5pPr marL="8999891" indent="0">
              <a:buNone/>
              <a:defRPr sz="7874">
                <a:solidFill>
                  <a:schemeClr val="tx1">
                    <a:tint val="82000"/>
                  </a:schemeClr>
                </a:solidFill>
              </a:defRPr>
            </a:lvl5pPr>
            <a:lvl6pPr marL="11249863" indent="0">
              <a:buNone/>
              <a:defRPr sz="7874">
                <a:solidFill>
                  <a:schemeClr val="tx1">
                    <a:tint val="82000"/>
                  </a:schemeClr>
                </a:solidFill>
              </a:defRPr>
            </a:lvl6pPr>
            <a:lvl7pPr marL="13499836" indent="0">
              <a:buNone/>
              <a:defRPr sz="7874">
                <a:solidFill>
                  <a:schemeClr val="tx1">
                    <a:tint val="82000"/>
                  </a:schemeClr>
                </a:solidFill>
              </a:defRPr>
            </a:lvl7pPr>
            <a:lvl8pPr marL="15749808" indent="0">
              <a:buNone/>
              <a:defRPr sz="7874">
                <a:solidFill>
                  <a:schemeClr val="tx1">
                    <a:tint val="82000"/>
                  </a:schemeClr>
                </a:solidFill>
              </a:defRPr>
            </a:lvl8pPr>
            <a:lvl9pPr marL="17999781" indent="0">
              <a:buNone/>
              <a:defRPr sz="787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09473-D950-F046-9DA2-FE07D05AF2FD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F2603-8C95-6D49-AECC-91AE6ADD1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123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93700" y="11978973"/>
            <a:ext cx="19124692" cy="2855162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780883" y="11978973"/>
            <a:ext cx="19124692" cy="2855162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09473-D950-F046-9DA2-FE07D05AF2FD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F2603-8C95-6D49-AECC-91AE6ADD1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175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99561" y="2395804"/>
            <a:ext cx="38811875" cy="869778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99566" y="11031075"/>
            <a:ext cx="19036800" cy="5406160"/>
          </a:xfrm>
        </p:spPr>
        <p:txBody>
          <a:bodyPr anchor="b"/>
          <a:lstStyle>
            <a:lvl1pPr marL="0" indent="0">
              <a:buNone/>
              <a:defRPr sz="11811" b="1"/>
            </a:lvl1pPr>
            <a:lvl2pPr marL="2249973" indent="0">
              <a:buNone/>
              <a:defRPr sz="9842" b="1"/>
            </a:lvl2pPr>
            <a:lvl3pPr marL="4499945" indent="0">
              <a:buNone/>
              <a:defRPr sz="8858" b="1"/>
            </a:lvl3pPr>
            <a:lvl4pPr marL="6749918" indent="0">
              <a:buNone/>
              <a:defRPr sz="7874" b="1"/>
            </a:lvl4pPr>
            <a:lvl5pPr marL="8999891" indent="0">
              <a:buNone/>
              <a:defRPr sz="7874" b="1"/>
            </a:lvl5pPr>
            <a:lvl6pPr marL="11249863" indent="0">
              <a:buNone/>
              <a:defRPr sz="7874" b="1"/>
            </a:lvl6pPr>
            <a:lvl7pPr marL="13499836" indent="0">
              <a:buNone/>
              <a:defRPr sz="7874" b="1"/>
            </a:lvl7pPr>
            <a:lvl8pPr marL="15749808" indent="0">
              <a:buNone/>
              <a:defRPr sz="7874" b="1"/>
            </a:lvl8pPr>
            <a:lvl9pPr marL="17999781" indent="0">
              <a:buNone/>
              <a:defRPr sz="7874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9566" y="16437235"/>
            <a:ext cx="19036800" cy="2417669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780885" y="11031075"/>
            <a:ext cx="19130553" cy="5406160"/>
          </a:xfrm>
        </p:spPr>
        <p:txBody>
          <a:bodyPr anchor="b"/>
          <a:lstStyle>
            <a:lvl1pPr marL="0" indent="0">
              <a:buNone/>
              <a:defRPr sz="11811" b="1"/>
            </a:lvl1pPr>
            <a:lvl2pPr marL="2249973" indent="0">
              <a:buNone/>
              <a:defRPr sz="9842" b="1"/>
            </a:lvl2pPr>
            <a:lvl3pPr marL="4499945" indent="0">
              <a:buNone/>
              <a:defRPr sz="8858" b="1"/>
            </a:lvl3pPr>
            <a:lvl4pPr marL="6749918" indent="0">
              <a:buNone/>
              <a:defRPr sz="7874" b="1"/>
            </a:lvl4pPr>
            <a:lvl5pPr marL="8999891" indent="0">
              <a:buNone/>
              <a:defRPr sz="7874" b="1"/>
            </a:lvl5pPr>
            <a:lvl6pPr marL="11249863" indent="0">
              <a:buNone/>
              <a:defRPr sz="7874" b="1"/>
            </a:lvl6pPr>
            <a:lvl7pPr marL="13499836" indent="0">
              <a:buNone/>
              <a:defRPr sz="7874" b="1"/>
            </a:lvl7pPr>
            <a:lvl8pPr marL="15749808" indent="0">
              <a:buNone/>
              <a:defRPr sz="7874" b="1"/>
            </a:lvl8pPr>
            <a:lvl9pPr marL="17999781" indent="0">
              <a:buNone/>
              <a:defRPr sz="7874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780885" y="16437235"/>
            <a:ext cx="19130553" cy="2417669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09473-D950-F046-9DA2-FE07D05AF2FD}" type="datetimeFigureOut">
              <a:rPr lang="en-US" smtClean="0"/>
              <a:t>4/13/26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F2603-8C95-6D49-AECC-91AE6ADD1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824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09473-D950-F046-9DA2-FE07D05AF2FD}" type="datetimeFigureOut">
              <a:rPr lang="en-US" smtClean="0"/>
              <a:t>4/13/26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F2603-8C95-6D49-AECC-91AE6ADD1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118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09473-D950-F046-9DA2-FE07D05AF2FD}" type="datetimeFigureOut">
              <a:rPr lang="en-US" smtClean="0"/>
              <a:t>4/13/26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F2603-8C95-6D49-AECC-91AE6ADD1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730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99561" y="2999952"/>
            <a:ext cx="14513437" cy="10499831"/>
          </a:xfrm>
        </p:spPr>
        <p:txBody>
          <a:bodyPr anchor="b"/>
          <a:lstStyle>
            <a:lvl1pPr>
              <a:defRPr sz="15748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130553" y="6479072"/>
            <a:ext cx="22780883" cy="31978651"/>
          </a:xfrm>
        </p:spPr>
        <p:txBody>
          <a:bodyPr/>
          <a:lstStyle>
            <a:lvl1pPr>
              <a:defRPr sz="15748"/>
            </a:lvl1pPr>
            <a:lvl2pPr>
              <a:defRPr sz="13779"/>
            </a:lvl2pPr>
            <a:lvl3pPr>
              <a:defRPr sz="11811"/>
            </a:lvl3pPr>
            <a:lvl4pPr>
              <a:defRPr sz="9842"/>
            </a:lvl4pPr>
            <a:lvl5pPr>
              <a:defRPr sz="9842"/>
            </a:lvl5pPr>
            <a:lvl6pPr>
              <a:defRPr sz="9842"/>
            </a:lvl6pPr>
            <a:lvl7pPr>
              <a:defRPr sz="9842"/>
            </a:lvl7pPr>
            <a:lvl8pPr>
              <a:defRPr sz="9842"/>
            </a:lvl8pPr>
            <a:lvl9pPr>
              <a:defRPr sz="9842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99561" y="13499783"/>
            <a:ext cx="14513437" cy="25010017"/>
          </a:xfrm>
        </p:spPr>
        <p:txBody>
          <a:bodyPr/>
          <a:lstStyle>
            <a:lvl1pPr marL="0" indent="0">
              <a:buNone/>
              <a:defRPr sz="7874"/>
            </a:lvl1pPr>
            <a:lvl2pPr marL="2249973" indent="0">
              <a:buNone/>
              <a:defRPr sz="6890"/>
            </a:lvl2pPr>
            <a:lvl3pPr marL="4499945" indent="0">
              <a:buNone/>
              <a:defRPr sz="5905"/>
            </a:lvl3pPr>
            <a:lvl4pPr marL="6749918" indent="0">
              <a:buNone/>
              <a:defRPr sz="4921"/>
            </a:lvl4pPr>
            <a:lvl5pPr marL="8999891" indent="0">
              <a:buNone/>
              <a:defRPr sz="4921"/>
            </a:lvl5pPr>
            <a:lvl6pPr marL="11249863" indent="0">
              <a:buNone/>
              <a:defRPr sz="4921"/>
            </a:lvl6pPr>
            <a:lvl7pPr marL="13499836" indent="0">
              <a:buNone/>
              <a:defRPr sz="4921"/>
            </a:lvl7pPr>
            <a:lvl8pPr marL="15749808" indent="0">
              <a:buNone/>
              <a:defRPr sz="4921"/>
            </a:lvl8pPr>
            <a:lvl9pPr marL="17999781" indent="0">
              <a:buNone/>
              <a:defRPr sz="492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09473-D950-F046-9DA2-FE07D05AF2FD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F2603-8C95-6D49-AECC-91AE6ADD1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730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99561" y="2999952"/>
            <a:ext cx="14513437" cy="10499831"/>
          </a:xfrm>
        </p:spPr>
        <p:txBody>
          <a:bodyPr anchor="b"/>
          <a:lstStyle>
            <a:lvl1pPr>
              <a:defRPr sz="15748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130553" y="6479072"/>
            <a:ext cx="22780883" cy="31978651"/>
          </a:xfrm>
        </p:spPr>
        <p:txBody>
          <a:bodyPr anchor="t"/>
          <a:lstStyle>
            <a:lvl1pPr marL="0" indent="0">
              <a:buNone/>
              <a:defRPr sz="15748"/>
            </a:lvl1pPr>
            <a:lvl2pPr marL="2249973" indent="0">
              <a:buNone/>
              <a:defRPr sz="13779"/>
            </a:lvl2pPr>
            <a:lvl3pPr marL="4499945" indent="0">
              <a:buNone/>
              <a:defRPr sz="11811"/>
            </a:lvl3pPr>
            <a:lvl4pPr marL="6749918" indent="0">
              <a:buNone/>
              <a:defRPr sz="9842"/>
            </a:lvl4pPr>
            <a:lvl5pPr marL="8999891" indent="0">
              <a:buNone/>
              <a:defRPr sz="9842"/>
            </a:lvl5pPr>
            <a:lvl6pPr marL="11249863" indent="0">
              <a:buNone/>
              <a:defRPr sz="9842"/>
            </a:lvl6pPr>
            <a:lvl7pPr marL="13499836" indent="0">
              <a:buNone/>
              <a:defRPr sz="9842"/>
            </a:lvl7pPr>
            <a:lvl8pPr marL="15749808" indent="0">
              <a:buNone/>
              <a:defRPr sz="9842"/>
            </a:lvl8pPr>
            <a:lvl9pPr marL="17999781" indent="0">
              <a:buNone/>
              <a:defRPr sz="9842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99561" y="13499783"/>
            <a:ext cx="14513437" cy="25010017"/>
          </a:xfrm>
        </p:spPr>
        <p:txBody>
          <a:bodyPr/>
          <a:lstStyle>
            <a:lvl1pPr marL="0" indent="0">
              <a:buNone/>
              <a:defRPr sz="7874"/>
            </a:lvl1pPr>
            <a:lvl2pPr marL="2249973" indent="0">
              <a:buNone/>
              <a:defRPr sz="6890"/>
            </a:lvl2pPr>
            <a:lvl3pPr marL="4499945" indent="0">
              <a:buNone/>
              <a:defRPr sz="5905"/>
            </a:lvl3pPr>
            <a:lvl4pPr marL="6749918" indent="0">
              <a:buNone/>
              <a:defRPr sz="4921"/>
            </a:lvl4pPr>
            <a:lvl5pPr marL="8999891" indent="0">
              <a:buNone/>
              <a:defRPr sz="4921"/>
            </a:lvl5pPr>
            <a:lvl6pPr marL="11249863" indent="0">
              <a:buNone/>
              <a:defRPr sz="4921"/>
            </a:lvl6pPr>
            <a:lvl7pPr marL="13499836" indent="0">
              <a:buNone/>
              <a:defRPr sz="4921"/>
            </a:lvl7pPr>
            <a:lvl8pPr marL="15749808" indent="0">
              <a:buNone/>
              <a:defRPr sz="4921"/>
            </a:lvl8pPr>
            <a:lvl9pPr marL="17999781" indent="0">
              <a:buNone/>
              <a:defRPr sz="492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09473-D950-F046-9DA2-FE07D05AF2FD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F2603-8C95-6D49-AECC-91AE6ADD1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086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09473-D950-F046-9DA2-FE07D05AF2FD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F2603-8C95-6D49-AECC-91AE6ADD1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96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202608" y="2395795"/>
            <a:ext cx="9702969" cy="38134806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93703" y="2395795"/>
            <a:ext cx="28546415" cy="38134806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09473-D950-F046-9DA2-FE07D05AF2FD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F2603-8C95-6D49-AECC-91AE6ADD1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695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93700" y="2395804"/>
            <a:ext cx="38811875" cy="86977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93700" y="11978973"/>
            <a:ext cx="38811875" cy="28551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93700" y="41707671"/>
            <a:ext cx="10124837" cy="23957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90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E09473-D950-F046-9DA2-FE07D05AF2FD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906010" y="41707671"/>
            <a:ext cx="15187255" cy="23957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90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780738" y="41707671"/>
            <a:ext cx="10124837" cy="23957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90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DF2603-8C95-6D49-AECC-91AE6ADD1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806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4499945" rtl="0" eaLnBrk="1" latinLnBrk="0" hangingPunct="1">
        <a:lnSpc>
          <a:spcPct val="90000"/>
        </a:lnSpc>
        <a:spcBef>
          <a:spcPct val="0"/>
        </a:spcBef>
        <a:buNone/>
        <a:defRPr sz="2165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24986" indent="-1124986" algn="l" defTabSz="4499945" rtl="0" eaLnBrk="1" latinLnBrk="0" hangingPunct="1">
        <a:lnSpc>
          <a:spcPct val="90000"/>
        </a:lnSpc>
        <a:spcBef>
          <a:spcPts val="4921"/>
        </a:spcBef>
        <a:buFont typeface="Arial" panose="020B0604020202020204" pitchFamily="34" charset="0"/>
        <a:buChar char="•"/>
        <a:defRPr sz="13779" kern="1200">
          <a:solidFill>
            <a:schemeClr val="tx1"/>
          </a:solidFill>
          <a:latin typeface="+mn-lt"/>
          <a:ea typeface="+mn-ea"/>
          <a:cs typeface="+mn-cs"/>
        </a:defRPr>
      </a:lvl1pPr>
      <a:lvl2pPr marL="3374959" indent="-1124986" algn="l" defTabSz="4499945" rtl="0" eaLnBrk="1" latinLnBrk="0" hangingPunct="1">
        <a:lnSpc>
          <a:spcPct val="90000"/>
        </a:lnSpc>
        <a:spcBef>
          <a:spcPts val="2461"/>
        </a:spcBef>
        <a:buFont typeface="Arial" panose="020B0604020202020204" pitchFamily="34" charset="0"/>
        <a:buChar char="•"/>
        <a:defRPr sz="11811" kern="1200">
          <a:solidFill>
            <a:schemeClr val="tx1"/>
          </a:solidFill>
          <a:latin typeface="+mn-lt"/>
          <a:ea typeface="+mn-ea"/>
          <a:cs typeface="+mn-cs"/>
        </a:defRPr>
      </a:lvl2pPr>
      <a:lvl3pPr marL="5624932" indent="-1124986" algn="l" defTabSz="4499945" rtl="0" eaLnBrk="1" latinLnBrk="0" hangingPunct="1">
        <a:lnSpc>
          <a:spcPct val="90000"/>
        </a:lnSpc>
        <a:spcBef>
          <a:spcPts val="2461"/>
        </a:spcBef>
        <a:buFont typeface="Arial" panose="020B0604020202020204" pitchFamily="34" charset="0"/>
        <a:buChar char="•"/>
        <a:defRPr sz="9842" kern="1200">
          <a:solidFill>
            <a:schemeClr val="tx1"/>
          </a:solidFill>
          <a:latin typeface="+mn-lt"/>
          <a:ea typeface="+mn-ea"/>
          <a:cs typeface="+mn-cs"/>
        </a:defRPr>
      </a:lvl3pPr>
      <a:lvl4pPr marL="7874904" indent="-1124986" algn="l" defTabSz="4499945" rtl="0" eaLnBrk="1" latinLnBrk="0" hangingPunct="1">
        <a:lnSpc>
          <a:spcPct val="90000"/>
        </a:lnSpc>
        <a:spcBef>
          <a:spcPts val="2461"/>
        </a:spcBef>
        <a:buFont typeface="Arial" panose="020B0604020202020204" pitchFamily="34" charset="0"/>
        <a:buChar char="•"/>
        <a:defRPr sz="8858" kern="1200">
          <a:solidFill>
            <a:schemeClr val="tx1"/>
          </a:solidFill>
          <a:latin typeface="+mn-lt"/>
          <a:ea typeface="+mn-ea"/>
          <a:cs typeface="+mn-cs"/>
        </a:defRPr>
      </a:lvl4pPr>
      <a:lvl5pPr marL="10124877" indent="-1124986" algn="l" defTabSz="4499945" rtl="0" eaLnBrk="1" latinLnBrk="0" hangingPunct="1">
        <a:lnSpc>
          <a:spcPct val="90000"/>
        </a:lnSpc>
        <a:spcBef>
          <a:spcPts val="2461"/>
        </a:spcBef>
        <a:buFont typeface="Arial" panose="020B0604020202020204" pitchFamily="34" charset="0"/>
        <a:buChar char="•"/>
        <a:defRPr sz="8858" kern="1200">
          <a:solidFill>
            <a:schemeClr val="tx1"/>
          </a:solidFill>
          <a:latin typeface="+mn-lt"/>
          <a:ea typeface="+mn-ea"/>
          <a:cs typeface="+mn-cs"/>
        </a:defRPr>
      </a:lvl5pPr>
      <a:lvl6pPr marL="12374850" indent="-1124986" algn="l" defTabSz="4499945" rtl="0" eaLnBrk="1" latinLnBrk="0" hangingPunct="1">
        <a:lnSpc>
          <a:spcPct val="90000"/>
        </a:lnSpc>
        <a:spcBef>
          <a:spcPts val="2461"/>
        </a:spcBef>
        <a:buFont typeface="Arial" panose="020B0604020202020204" pitchFamily="34" charset="0"/>
        <a:buChar char="•"/>
        <a:defRPr sz="8858" kern="1200">
          <a:solidFill>
            <a:schemeClr val="tx1"/>
          </a:solidFill>
          <a:latin typeface="+mn-lt"/>
          <a:ea typeface="+mn-ea"/>
          <a:cs typeface="+mn-cs"/>
        </a:defRPr>
      </a:lvl6pPr>
      <a:lvl7pPr marL="14624822" indent="-1124986" algn="l" defTabSz="4499945" rtl="0" eaLnBrk="1" latinLnBrk="0" hangingPunct="1">
        <a:lnSpc>
          <a:spcPct val="90000"/>
        </a:lnSpc>
        <a:spcBef>
          <a:spcPts val="2461"/>
        </a:spcBef>
        <a:buFont typeface="Arial" panose="020B0604020202020204" pitchFamily="34" charset="0"/>
        <a:buChar char="•"/>
        <a:defRPr sz="8858" kern="1200">
          <a:solidFill>
            <a:schemeClr val="tx1"/>
          </a:solidFill>
          <a:latin typeface="+mn-lt"/>
          <a:ea typeface="+mn-ea"/>
          <a:cs typeface="+mn-cs"/>
        </a:defRPr>
      </a:lvl7pPr>
      <a:lvl8pPr marL="16874795" indent="-1124986" algn="l" defTabSz="4499945" rtl="0" eaLnBrk="1" latinLnBrk="0" hangingPunct="1">
        <a:lnSpc>
          <a:spcPct val="90000"/>
        </a:lnSpc>
        <a:spcBef>
          <a:spcPts val="2461"/>
        </a:spcBef>
        <a:buFont typeface="Arial" panose="020B0604020202020204" pitchFamily="34" charset="0"/>
        <a:buChar char="•"/>
        <a:defRPr sz="8858" kern="1200">
          <a:solidFill>
            <a:schemeClr val="tx1"/>
          </a:solidFill>
          <a:latin typeface="+mn-lt"/>
          <a:ea typeface="+mn-ea"/>
          <a:cs typeface="+mn-cs"/>
        </a:defRPr>
      </a:lvl8pPr>
      <a:lvl9pPr marL="19124767" indent="-1124986" algn="l" defTabSz="4499945" rtl="0" eaLnBrk="1" latinLnBrk="0" hangingPunct="1">
        <a:lnSpc>
          <a:spcPct val="90000"/>
        </a:lnSpc>
        <a:spcBef>
          <a:spcPts val="2461"/>
        </a:spcBef>
        <a:buFont typeface="Arial" panose="020B0604020202020204" pitchFamily="34" charset="0"/>
        <a:buChar char="•"/>
        <a:defRPr sz="885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499945" rtl="0" eaLnBrk="1" latinLnBrk="0" hangingPunct="1">
        <a:defRPr sz="8858" kern="1200">
          <a:solidFill>
            <a:schemeClr val="tx1"/>
          </a:solidFill>
          <a:latin typeface="+mn-lt"/>
          <a:ea typeface="+mn-ea"/>
          <a:cs typeface="+mn-cs"/>
        </a:defRPr>
      </a:lvl1pPr>
      <a:lvl2pPr marL="2249973" algn="l" defTabSz="4499945" rtl="0" eaLnBrk="1" latinLnBrk="0" hangingPunct="1">
        <a:defRPr sz="8858" kern="1200">
          <a:solidFill>
            <a:schemeClr val="tx1"/>
          </a:solidFill>
          <a:latin typeface="+mn-lt"/>
          <a:ea typeface="+mn-ea"/>
          <a:cs typeface="+mn-cs"/>
        </a:defRPr>
      </a:lvl2pPr>
      <a:lvl3pPr marL="4499945" algn="l" defTabSz="4499945" rtl="0" eaLnBrk="1" latinLnBrk="0" hangingPunct="1">
        <a:defRPr sz="8858" kern="1200">
          <a:solidFill>
            <a:schemeClr val="tx1"/>
          </a:solidFill>
          <a:latin typeface="+mn-lt"/>
          <a:ea typeface="+mn-ea"/>
          <a:cs typeface="+mn-cs"/>
        </a:defRPr>
      </a:lvl3pPr>
      <a:lvl4pPr marL="6749918" algn="l" defTabSz="4499945" rtl="0" eaLnBrk="1" latinLnBrk="0" hangingPunct="1">
        <a:defRPr sz="8858" kern="1200">
          <a:solidFill>
            <a:schemeClr val="tx1"/>
          </a:solidFill>
          <a:latin typeface="+mn-lt"/>
          <a:ea typeface="+mn-ea"/>
          <a:cs typeface="+mn-cs"/>
        </a:defRPr>
      </a:lvl4pPr>
      <a:lvl5pPr marL="8999891" algn="l" defTabSz="4499945" rtl="0" eaLnBrk="1" latinLnBrk="0" hangingPunct="1">
        <a:defRPr sz="8858" kern="1200">
          <a:solidFill>
            <a:schemeClr val="tx1"/>
          </a:solidFill>
          <a:latin typeface="+mn-lt"/>
          <a:ea typeface="+mn-ea"/>
          <a:cs typeface="+mn-cs"/>
        </a:defRPr>
      </a:lvl5pPr>
      <a:lvl6pPr marL="11249863" algn="l" defTabSz="4499945" rtl="0" eaLnBrk="1" latinLnBrk="0" hangingPunct="1">
        <a:defRPr sz="8858" kern="1200">
          <a:solidFill>
            <a:schemeClr val="tx1"/>
          </a:solidFill>
          <a:latin typeface="+mn-lt"/>
          <a:ea typeface="+mn-ea"/>
          <a:cs typeface="+mn-cs"/>
        </a:defRPr>
      </a:lvl6pPr>
      <a:lvl7pPr marL="13499836" algn="l" defTabSz="4499945" rtl="0" eaLnBrk="1" latinLnBrk="0" hangingPunct="1">
        <a:defRPr sz="8858" kern="1200">
          <a:solidFill>
            <a:schemeClr val="tx1"/>
          </a:solidFill>
          <a:latin typeface="+mn-lt"/>
          <a:ea typeface="+mn-ea"/>
          <a:cs typeface="+mn-cs"/>
        </a:defRPr>
      </a:lvl7pPr>
      <a:lvl8pPr marL="15749808" algn="l" defTabSz="4499945" rtl="0" eaLnBrk="1" latinLnBrk="0" hangingPunct="1">
        <a:defRPr sz="8858" kern="1200">
          <a:solidFill>
            <a:schemeClr val="tx1"/>
          </a:solidFill>
          <a:latin typeface="+mn-lt"/>
          <a:ea typeface="+mn-ea"/>
          <a:cs typeface="+mn-cs"/>
        </a:defRPr>
      </a:lvl8pPr>
      <a:lvl9pPr marL="17999781" algn="l" defTabSz="4499945" rtl="0" eaLnBrk="1" latinLnBrk="0" hangingPunct="1">
        <a:defRPr sz="885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1" name="Group 1030">
            <a:extLst>
              <a:ext uri="{FF2B5EF4-FFF2-40B4-BE49-F238E27FC236}">
                <a16:creationId xmlns:a16="http://schemas.microsoft.com/office/drawing/2014/main" id="{86746AF1-020A-3DBB-A328-8F2A44F24A66}"/>
              </a:ext>
            </a:extLst>
          </p:cNvPr>
          <p:cNvGrpSpPr/>
          <p:nvPr/>
        </p:nvGrpSpPr>
        <p:grpSpPr>
          <a:xfrm>
            <a:off x="1353309" y="1556278"/>
            <a:ext cx="33726009" cy="37150296"/>
            <a:chOff x="1353309" y="1556278"/>
            <a:chExt cx="33726009" cy="37150296"/>
          </a:xfrm>
        </p:grpSpPr>
        <p:grpSp>
          <p:nvGrpSpPr>
            <p:cNvPr id="156" name="Group 155">
              <a:extLst>
                <a:ext uri="{FF2B5EF4-FFF2-40B4-BE49-F238E27FC236}">
                  <a16:creationId xmlns:a16="http://schemas.microsoft.com/office/drawing/2014/main" id="{D8316A13-0CB8-5C76-AE14-F90348D4A0ED}"/>
                </a:ext>
              </a:extLst>
            </p:cNvPr>
            <p:cNvGrpSpPr/>
            <p:nvPr/>
          </p:nvGrpSpPr>
          <p:grpSpPr>
            <a:xfrm>
              <a:off x="12937863" y="5458961"/>
              <a:ext cx="4225471" cy="3192081"/>
              <a:chOff x="11940493" y="4165480"/>
              <a:chExt cx="4225471" cy="3192081"/>
            </a:xfrm>
          </p:grpSpPr>
          <p:cxnSp>
            <p:nvCxnSpPr>
              <p:cNvPr id="293" name="Straight Connector 292">
                <a:extLst>
                  <a:ext uri="{FF2B5EF4-FFF2-40B4-BE49-F238E27FC236}">
                    <a16:creationId xmlns:a16="http://schemas.microsoft.com/office/drawing/2014/main" id="{ABF4BC25-FC18-C40B-88A5-58052C23786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940493" y="4291603"/>
                <a:ext cx="720000" cy="1"/>
              </a:xfrm>
              <a:prstGeom prst="line">
                <a:avLst/>
              </a:prstGeom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4" name="Straight Connector 293">
                <a:extLst>
                  <a:ext uri="{FF2B5EF4-FFF2-40B4-BE49-F238E27FC236}">
                    <a16:creationId xmlns:a16="http://schemas.microsoft.com/office/drawing/2014/main" id="{F6AA7AA3-B3FD-D862-7076-3A685D30993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941799" y="4712196"/>
                <a:ext cx="720000" cy="1"/>
              </a:xfrm>
              <a:prstGeom prst="line">
                <a:avLst/>
              </a:prstGeom>
              <a:ln/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</p:cxnSp>
          <p:sp>
            <p:nvSpPr>
              <p:cNvPr id="295" name="Pentagon 294">
                <a:extLst>
                  <a:ext uri="{FF2B5EF4-FFF2-40B4-BE49-F238E27FC236}">
                    <a16:creationId xmlns:a16="http://schemas.microsoft.com/office/drawing/2014/main" id="{C782D6C8-623B-A09A-3729-2ECD2FE3DFF9}"/>
                  </a:ext>
                </a:extLst>
              </p:cNvPr>
              <p:cNvSpPr/>
              <p:nvPr/>
            </p:nvSpPr>
            <p:spPr>
              <a:xfrm>
                <a:off x="12662266" y="4165480"/>
                <a:ext cx="533400" cy="264207"/>
              </a:xfrm>
              <a:prstGeom prst="homePlate">
                <a:avLst/>
              </a:prstGeom>
              <a:solidFill>
                <a:schemeClr val="bg2">
                  <a:lumMod val="50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  <p:sp>
            <p:nvSpPr>
              <p:cNvPr id="296" name="Pentagon 295">
                <a:extLst>
                  <a:ext uri="{FF2B5EF4-FFF2-40B4-BE49-F238E27FC236}">
                    <a16:creationId xmlns:a16="http://schemas.microsoft.com/office/drawing/2014/main" id="{3A38385A-F0F8-FFB7-9BD2-0A6CA7FD2E18}"/>
                  </a:ext>
                </a:extLst>
              </p:cNvPr>
              <p:cNvSpPr/>
              <p:nvPr/>
            </p:nvSpPr>
            <p:spPr>
              <a:xfrm>
                <a:off x="12659981" y="4586595"/>
                <a:ext cx="533400" cy="264207"/>
              </a:xfrm>
              <a:prstGeom prst="homePlate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  <p:sp>
            <p:nvSpPr>
              <p:cNvPr id="297" name="Rectangle 296">
                <a:extLst>
                  <a:ext uri="{FF2B5EF4-FFF2-40B4-BE49-F238E27FC236}">
                    <a16:creationId xmlns:a16="http://schemas.microsoft.com/office/drawing/2014/main" id="{A1EA5ADC-3710-7EAC-DB53-9F544702E64C}"/>
                  </a:ext>
                </a:extLst>
              </p:cNvPr>
              <p:cNvSpPr/>
              <p:nvPr/>
            </p:nvSpPr>
            <p:spPr>
              <a:xfrm>
                <a:off x="14977964" y="6661908"/>
                <a:ext cx="1188000" cy="6956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REGISTER</a:t>
                </a:r>
              </a:p>
            </p:txBody>
          </p:sp>
          <p:cxnSp>
            <p:nvCxnSpPr>
              <p:cNvPr id="298" name="Straight Connector 297">
                <a:extLst>
                  <a:ext uri="{FF2B5EF4-FFF2-40B4-BE49-F238E27FC236}">
                    <a16:creationId xmlns:a16="http://schemas.microsoft.com/office/drawing/2014/main" id="{19E031B8-7027-D562-8A2F-46A2BA81DBC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194410" y="4295968"/>
                <a:ext cx="1080000" cy="1"/>
              </a:xfrm>
              <a:prstGeom prst="line">
                <a:avLst/>
              </a:prstGeom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9" name="Straight Connector 298">
                <a:extLst>
                  <a:ext uri="{FF2B5EF4-FFF2-40B4-BE49-F238E27FC236}">
                    <a16:creationId xmlns:a16="http://schemas.microsoft.com/office/drawing/2014/main" id="{20EB4F7D-4441-9E57-E750-7C0E6E41054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187733" y="4718697"/>
                <a:ext cx="720000" cy="1"/>
              </a:xfrm>
              <a:prstGeom prst="line">
                <a:avLst/>
              </a:prstGeom>
              <a:ln/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</p:cxnSp>
          <p:cxnSp>
            <p:nvCxnSpPr>
              <p:cNvPr id="300" name="Straight Connector 299">
                <a:extLst>
                  <a:ext uri="{FF2B5EF4-FFF2-40B4-BE49-F238E27FC236}">
                    <a16:creationId xmlns:a16="http://schemas.microsoft.com/office/drawing/2014/main" id="{63A7FB5D-2EAF-B215-494E-29184E9B524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3898494" y="4712196"/>
                <a:ext cx="0" cy="2520000"/>
              </a:xfrm>
              <a:prstGeom prst="line">
                <a:avLst/>
              </a:prstGeom>
              <a:ln/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</p:cxnSp>
          <p:cxnSp>
            <p:nvCxnSpPr>
              <p:cNvPr id="301" name="Straight Connector 300">
                <a:extLst>
                  <a:ext uri="{FF2B5EF4-FFF2-40B4-BE49-F238E27FC236}">
                    <a16:creationId xmlns:a16="http://schemas.microsoft.com/office/drawing/2014/main" id="{29F6B56E-9B24-C560-C1F4-0FCC73243A5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265702" y="4291602"/>
                <a:ext cx="0" cy="2520000"/>
              </a:xfrm>
              <a:prstGeom prst="line">
                <a:avLst/>
              </a:prstGeom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2" name="Straight Connector 301">
                <a:extLst>
                  <a:ext uri="{FF2B5EF4-FFF2-40B4-BE49-F238E27FC236}">
                    <a16:creationId xmlns:a16="http://schemas.microsoft.com/office/drawing/2014/main" id="{7F4E96FD-A048-9314-AC20-CDBB335F371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257964" y="6808344"/>
                <a:ext cx="720000" cy="1"/>
              </a:xfrm>
              <a:prstGeom prst="line">
                <a:avLst/>
              </a:prstGeom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3" name="Straight Connector 302">
                <a:extLst>
                  <a:ext uri="{FF2B5EF4-FFF2-40B4-BE49-F238E27FC236}">
                    <a16:creationId xmlns:a16="http://schemas.microsoft.com/office/drawing/2014/main" id="{2A93DABF-3FA5-AA14-1435-1DD4127A85C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889256" y="7224152"/>
                <a:ext cx="1080000" cy="1"/>
              </a:xfrm>
              <a:prstGeom prst="line">
                <a:avLst/>
              </a:prstGeom>
              <a:ln/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</p:cxnSp>
        </p:grpSp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D8519117-FB67-EF57-2F04-92A414A1BAB9}"/>
                </a:ext>
              </a:extLst>
            </p:cNvPr>
            <p:cNvGrpSpPr/>
            <p:nvPr/>
          </p:nvGrpSpPr>
          <p:grpSpPr>
            <a:xfrm>
              <a:off x="18504168" y="4180882"/>
              <a:ext cx="1251192" cy="264207"/>
              <a:chOff x="16065384" y="2887401"/>
              <a:chExt cx="1251192" cy="264207"/>
            </a:xfrm>
          </p:grpSpPr>
          <p:cxnSp>
            <p:nvCxnSpPr>
              <p:cNvPr id="291" name="Straight Connector 290">
                <a:extLst>
                  <a:ext uri="{FF2B5EF4-FFF2-40B4-BE49-F238E27FC236}">
                    <a16:creationId xmlns:a16="http://schemas.microsoft.com/office/drawing/2014/main" id="{F0C5A522-B89E-9AA1-3682-534EC81D444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065384" y="3019506"/>
                <a:ext cx="720000" cy="1"/>
              </a:xfrm>
              <a:prstGeom prst="line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sp>
            <p:nvSpPr>
              <p:cNvPr id="292" name="Pentagon 291">
                <a:extLst>
                  <a:ext uri="{FF2B5EF4-FFF2-40B4-BE49-F238E27FC236}">
                    <a16:creationId xmlns:a16="http://schemas.microsoft.com/office/drawing/2014/main" id="{0F44B1A9-F079-B2B6-D471-F37F4856B5C7}"/>
                  </a:ext>
                </a:extLst>
              </p:cNvPr>
              <p:cNvSpPr/>
              <p:nvPr/>
            </p:nvSpPr>
            <p:spPr>
              <a:xfrm>
                <a:off x="16783176" y="2887401"/>
                <a:ext cx="533400" cy="264207"/>
              </a:xfrm>
              <a:prstGeom prst="homePlate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</p:grpSp>
        <p:cxnSp>
          <p:nvCxnSpPr>
            <p:cNvPr id="286" name="Straight Connector 285">
              <a:extLst>
                <a:ext uri="{FF2B5EF4-FFF2-40B4-BE49-F238E27FC236}">
                  <a16:creationId xmlns:a16="http://schemas.microsoft.com/office/drawing/2014/main" id="{7AD6CE18-E297-8A6B-A661-03AED374C56E}"/>
                </a:ext>
              </a:extLst>
            </p:cNvPr>
            <p:cNvCxnSpPr>
              <a:cxnSpLocks/>
              <a:stCxn id="284" idx="3"/>
            </p:cNvCxnSpPr>
            <p:nvPr/>
          </p:nvCxnSpPr>
          <p:spPr>
            <a:xfrm>
              <a:off x="1886939" y="3729583"/>
              <a:ext cx="2880000" cy="0"/>
            </a:xfrm>
            <a:prstGeom prst="line">
              <a:avLst/>
            </a:prstGeom>
            <a:ln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87" name="Straight Connector 286">
              <a:extLst>
                <a:ext uri="{FF2B5EF4-FFF2-40B4-BE49-F238E27FC236}">
                  <a16:creationId xmlns:a16="http://schemas.microsoft.com/office/drawing/2014/main" id="{86A0F698-3D71-1C83-5411-99FB3648214B}"/>
                </a:ext>
              </a:extLst>
            </p:cNvPr>
            <p:cNvCxnSpPr>
              <a:cxnSpLocks/>
              <a:stCxn id="285" idx="3"/>
            </p:cNvCxnSpPr>
            <p:nvPr/>
          </p:nvCxnSpPr>
          <p:spPr>
            <a:xfrm>
              <a:off x="1886709" y="4161583"/>
              <a:ext cx="2868359" cy="0"/>
            </a:xfrm>
            <a:prstGeom prst="line">
              <a:avLst/>
            </a:prstGeom>
            <a:ln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</p:cxnSp>
        <p:cxnSp>
          <p:nvCxnSpPr>
            <p:cNvPr id="288" name="Elbow Connector 287">
              <a:extLst>
                <a:ext uri="{FF2B5EF4-FFF2-40B4-BE49-F238E27FC236}">
                  <a16:creationId xmlns:a16="http://schemas.microsoft.com/office/drawing/2014/main" id="{F78EF96E-D2A5-8054-74A5-DC50467618C2}"/>
                </a:ext>
              </a:extLst>
            </p:cNvPr>
            <p:cNvCxnSpPr>
              <a:cxnSpLocks/>
            </p:cNvCxnSpPr>
            <p:nvPr/>
          </p:nvCxnSpPr>
          <p:spPr>
            <a:xfrm>
              <a:off x="2607169" y="2844505"/>
              <a:ext cx="2147899" cy="501097"/>
            </a:xfrm>
            <a:prstGeom prst="bentConnector3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89" name="Rectangle 288">
              <a:extLst>
                <a:ext uri="{FF2B5EF4-FFF2-40B4-BE49-F238E27FC236}">
                  <a16:creationId xmlns:a16="http://schemas.microsoft.com/office/drawing/2014/main" id="{B4114A09-686D-E923-6950-B8544BF7CEF9}"/>
                </a:ext>
              </a:extLst>
            </p:cNvPr>
            <p:cNvSpPr/>
            <p:nvPr/>
          </p:nvSpPr>
          <p:spPr>
            <a:xfrm>
              <a:off x="4758608" y="3010893"/>
              <a:ext cx="1440000" cy="1440000"/>
            </a:xfrm>
            <a:prstGeom prst="rect">
              <a:avLst/>
            </a:prstGeom>
            <a:ln>
              <a:solidFill>
                <a:srgbClr val="032333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200" dirty="0"/>
                <a:t>LOW PASS FILTER RED</a:t>
              </a:r>
            </a:p>
          </p:txBody>
        </p:sp>
        <p:sp>
          <p:nvSpPr>
            <p:cNvPr id="290" name="Oval 289">
              <a:extLst>
                <a:ext uri="{FF2B5EF4-FFF2-40B4-BE49-F238E27FC236}">
                  <a16:creationId xmlns:a16="http://schemas.microsoft.com/office/drawing/2014/main" id="{0502FD1B-13A9-8A55-77DC-2E70A6DC1D13}"/>
                </a:ext>
              </a:extLst>
            </p:cNvPr>
            <p:cNvSpPr/>
            <p:nvPr/>
          </p:nvSpPr>
          <p:spPr>
            <a:xfrm>
              <a:off x="3628525" y="2790503"/>
              <a:ext cx="108000" cy="10800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59" name="Group 158">
              <a:extLst>
                <a:ext uri="{FF2B5EF4-FFF2-40B4-BE49-F238E27FC236}">
                  <a16:creationId xmlns:a16="http://schemas.microsoft.com/office/drawing/2014/main" id="{7B8F2511-D7BF-3596-695E-2C314000BFA5}"/>
                </a:ext>
              </a:extLst>
            </p:cNvPr>
            <p:cNvGrpSpPr/>
            <p:nvPr/>
          </p:nvGrpSpPr>
          <p:grpSpPr>
            <a:xfrm>
              <a:off x="2607170" y="2790504"/>
              <a:ext cx="17850583" cy="3759115"/>
              <a:chOff x="1609800" y="1497024"/>
              <a:chExt cx="17850583" cy="3759115"/>
            </a:xfrm>
          </p:grpSpPr>
          <p:cxnSp>
            <p:nvCxnSpPr>
              <p:cNvPr id="267" name="Straight Connector 266">
                <a:extLst>
                  <a:ext uri="{FF2B5EF4-FFF2-40B4-BE49-F238E27FC236}">
                    <a16:creationId xmlns:a16="http://schemas.microsoft.com/office/drawing/2014/main" id="{B0509C79-ED02-DD6C-D276-13E2B487C41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372383" y="3448939"/>
                <a:ext cx="0" cy="1807200"/>
              </a:xfrm>
              <a:prstGeom prst="line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cxnSp>
            <p:nvCxnSpPr>
              <p:cNvPr id="268" name="Straight Connector 267">
                <a:extLst>
                  <a:ext uri="{FF2B5EF4-FFF2-40B4-BE49-F238E27FC236}">
                    <a16:creationId xmlns:a16="http://schemas.microsoft.com/office/drawing/2014/main" id="{04B68468-E5EC-5D58-AF47-19B72BB1A06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451050" y="2622662"/>
                <a:ext cx="720000" cy="1"/>
              </a:xfrm>
              <a:prstGeom prst="line">
                <a:avLst/>
              </a:prstGeom>
              <a:ln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</p:cxnSp>
          <p:sp>
            <p:nvSpPr>
              <p:cNvPr id="269" name="Pentagon 268">
                <a:extLst>
                  <a:ext uri="{FF2B5EF4-FFF2-40B4-BE49-F238E27FC236}">
                    <a16:creationId xmlns:a16="http://schemas.microsoft.com/office/drawing/2014/main" id="{961E310A-C513-628B-2FD7-C7100C0D56D4}"/>
                  </a:ext>
                </a:extLst>
              </p:cNvPr>
              <p:cNvSpPr/>
              <p:nvPr/>
            </p:nvSpPr>
            <p:spPr>
              <a:xfrm>
                <a:off x="5924339" y="2490998"/>
                <a:ext cx="533400" cy="264207"/>
              </a:xfrm>
              <a:prstGeom prst="homePlate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cxnSp>
            <p:nvCxnSpPr>
              <p:cNvPr id="270" name="Straight Connector 269">
                <a:extLst>
                  <a:ext uri="{FF2B5EF4-FFF2-40B4-BE49-F238E27FC236}">
                    <a16:creationId xmlns:a16="http://schemas.microsoft.com/office/drawing/2014/main" id="{0D2E2B7F-619A-3B75-D38B-E5E2FD929F3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447118" y="3050214"/>
                <a:ext cx="720000" cy="1"/>
              </a:xfrm>
              <a:prstGeom prst="line">
                <a:avLst/>
              </a:prstGeom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sp>
            <p:nvSpPr>
              <p:cNvPr id="271" name="Pentagon 270">
                <a:extLst>
                  <a:ext uri="{FF2B5EF4-FFF2-40B4-BE49-F238E27FC236}">
                    <a16:creationId xmlns:a16="http://schemas.microsoft.com/office/drawing/2014/main" id="{465163EF-8C04-80A4-C859-EAEDDFB64999}"/>
                  </a:ext>
                </a:extLst>
              </p:cNvPr>
              <p:cNvSpPr/>
              <p:nvPr/>
            </p:nvSpPr>
            <p:spPr>
              <a:xfrm>
                <a:off x="5914057" y="2916579"/>
                <a:ext cx="533400" cy="264207"/>
              </a:xfrm>
              <a:prstGeom prst="homePlat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cxnSp>
            <p:nvCxnSpPr>
              <p:cNvPr id="272" name="Straight Connector 271">
                <a:extLst>
                  <a:ext uri="{FF2B5EF4-FFF2-40B4-BE49-F238E27FC236}">
                    <a16:creationId xmlns:a16="http://schemas.microsoft.com/office/drawing/2014/main" id="{45158795-3728-34F1-238A-F73EED03407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99619" y="2622662"/>
                <a:ext cx="720000" cy="1"/>
              </a:xfrm>
              <a:prstGeom prst="line">
                <a:avLst/>
              </a:prstGeom>
              <a:ln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</p:cxnSp>
          <p:cxnSp>
            <p:nvCxnSpPr>
              <p:cNvPr id="273" name="Straight Connector 272">
                <a:extLst>
                  <a:ext uri="{FF2B5EF4-FFF2-40B4-BE49-F238E27FC236}">
                    <a16:creationId xmlns:a16="http://schemas.microsoft.com/office/drawing/2014/main" id="{391835CF-C712-5AFC-9B39-CEB466C26DC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04339" y="3048682"/>
                <a:ext cx="720000" cy="1"/>
              </a:xfrm>
              <a:prstGeom prst="line">
                <a:avLst/>
              </a:prstGeom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cxnSp>
            <p:nvCxnSpPr>
              <p:cNvPr id="274" name="Elbow Connector 273">
                <a:extLst>
                  <a:ext uri="{FF2B5EF4-FFF2-40B4-BE49-F238E27FC236}">
                    <a16:creationId xmlns:a16="http://schemas.microsoft.com/office/drawing/2014/main" id="{6126CA44-AB11-CF21-A91E-A2434BBA2C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09800" y="1551025"/>
                <a:ext cx="7455600" cy="698585"/>
              </a:xfrm>
              <a:prstGeom prst="bentConnector3">
                <a:avLst>
                  <a:gd name="adj1" fmla="val 61038"/>
                </a:avLst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5" name="Straight Connector 274">
                <a:extLst>
                  <a:ext uri="{FF2B5EF4-FFF2-40B4-BE49-F238E27FC236}">
                    <a16:creationId xmlns:a16="http://schemas.microsoft.com/office/drawing/2014/main" id="{0EC30738-B8FB-7DBD-CA87-E7B44473BE2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362101" y="3455445"/>
                <a:ext cx="720000" cy="1"/>
              </a:xfrm>
              <a:prstGeom prst="line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cxnSp>
            <p:nvCxnSpPr>
              <p:cNvPr id="276" name="Straight Connector 275">
                <a:extLst>
                  <a:ext uri="{FF2B5EF4-FFF2-40B4-BE49-F238E27FC236}">
                    <a16:creationId xmlns:a16="http://schemas.microsoft.com/office/drawing/2014/main" id="{84535113-6737-026C-0C42-B74FFA7CE49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72383" y="5248939"/>
                <a:ext cx="11088000" cy="0"/>
              </a:xfrm>
              <a:prstGeom prst="line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sp>
            <p:nvSpPr>
              <p:cNvPr id="277" name="Rectangle 276">
                <a:extLst>
                  <a:ext uri="{FF2B5EF4-FFF2-40B4-BE49-F238E27FC236}">
                    <a16:creationId xmlns:a16="http://schemas.microsoft.com/office/drawing/2014/main" id="{F8900255-D96E-7574-7FBC-E910B646B865}"/>
                  </a:ext>
                </a:extLst>
              </p:cNvPr>
              <p:cNvSpPr/>
              <p:nvPr/>
            </p:nvSpPr>
            <p:spPr>
              <a:xfrm>
                <a:off x="7175920" y="2485121"/>
                <a:ext cx="1188000" cy="6956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REGISTER</a:t>
                </a:r>
              </a:p>
            </p:txBody>
          </p:sp>
          <p:cxnSp>
            <p:nvCxnSpPr>
              <p:cNvPr id="278" name="Straight Connector 277">
                <a:extLst>
                  <a:ext uri="{FF2B5EF4-FFF2-40B4-BE49-F238E27FC236}">
                    <a16:creationId xmlns:a16="http://schemas.microsoft.com/office/drawing/2014/main" id="{A94775D2-C153-D5CA-1429-84433FFBBAC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362101" y="2635627"/>
                <a:ext cx="720000" cy="1"/>
              </a:xfrm>
              <a:prstGeom prst="line">
                <a:avLst/>
              </a:prstGeom>
              <a:ln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</p:cxnSp>
          <p:cxnSp>
            <p:nvCxnSpPr>
              <p:cNvPr id="279" name="Straight Connector 278">
                <a:extLst>
                  <a:ext uri="{FF2B5EF4-FFF2-40B4-BE49-F238E27FC236}">
                    <a16:creationId xmlns:a16="http://schemas.microsoft.com/office/drawing/2014/main" id="{4F6B9986-3005-5DEE-6CA3-F7B5C54F620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372383" y="3064118"/>
                <a:ext cx="720000" cy="1"/>
              </a:xfrm>
              <a:prstGeom prst="line">
                <a:avLst/>
              </a:prstGeom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cxnSp>
            <p:nvCxnSpPr>
              <p:cNvPr id="280" name="Straight Connector 279">
                <a:extLst>
                  <a:ext uri="{FF2B5EF4-FFF2-40B4-BE49-F238E27FC236}">
                    <a16:creationId xmlns:a16="http://schemas.microsoft.com/office/drawing/2014/main" id="{28E4F30F-5053-CA54-D3EC-D9632531620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738000" y="3019506"/>
                <a:ext cx="720000" cy="1"/>
              </a:xfrm>
              <a:prstGeom prst="line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cxnSp>
            <p:nvCxnSpPr>
              <p:cNvPr id="281" name="Straight Connector 280">
                <a:extLst>
                  <a:ext uri="{FF2B5EF4-FFF2-40B4-BE49-F238E27FC236}">
                    <a16:creationId xmlns:a16="http://schemas.microsoft.com/office/drawing/2014/main" id="{705B6E7B-ACBB-F889-B5C2-784B504EB27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458000" y="3008059"/>
                <a:ext cx="0" cy="2247069"/>
              </a:xfrm>
              <a:prstGeom prst="line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sp>
            <p:nvSpPr>
              <p:cNvPr id="282" name="Rectangle 281">
                <a:extLst>
                  <a:ext uri="{FF2B5EF4-FFF2-40B4-BE49-F238E27FC236}">
                    <a16:creationId xmlns:a16="http://schemas.microsoft.com/office/drawing/2014/main" id="{D296B9E4-CFBE-2AB7-A3F5-7A783A453229}"/>
                  </a:ext>
                </a:extLst>
              </p:cNvPr>
              <p:cNvSpPr/>
              <p:nvPr/>
            </p:nvSpPr>
            <p:spPr>
              <a:xfrm>
                <a:off x="9074367" y="2091619"/>
                <a:ext cx="2880000" cy="2880000"/>
              </a:xfrm>
              <a:prstGeom prst="rect">
                <a:avLst/>
              </a:prstGeom>
              <a:ln>
                <a:solidFill>
                  <a:srgbClr val="032333"/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dirty="0"/>
                  <a:t>EPI COMPILER RED</a:t>
                </a:r>
              </a:p>
            </p:txBody>
          </p:sp>
          <p:sp>
            <p:nvSpPr>
              <p:cNvPr id="283" name="Oval 282">
                <a:extLst>
                  <a:ext uri="{FF2B5EF4-FFF2-40B4-BE49-F238E27FC236}">
                    <a16:creationId xmlns:a16="http://schemas.microsoft.com/office/drawing/2014/main" id="{4BF7B356-3FF5-610F-2857-CEB6A0AA9C03}"/>
                  </a:ext>
                </a:extLst>
              </p:cNvPr>
              <p:cNvSpPr/>
              <p:nvPr/>
            </p:nvSpPr>
            <p:spPr>
              <a:xfrm>
                <a:off x="6107747" y="1497024"/>
                <a:ext cx="108000" cy="108000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0" name="Group 159">
              <a:extLst>
                <a:ext uri="{FF2B5EF4-FFF2-40B4-BE49-F238E27FC236}">
                  <a16:creationId xmlns:a16="http://schemas.microsoft.com/office/drawing/2014/main" id="{094D26A0-349A-F9A7-E556-8F37C1ACCC47}"/>
                </a:ext>
              </a:extLst>
            </p:cNvPr>
            <p:cNvGrpSpPr/>
            <p:nvPr/>
          </p:nvGrpSpPr>
          <p:grpSpPr>
            <a:xfrm>
              <a:off x="2607168" y="2790503"/>
              <a:ext cx="18162734" cy="6592710"/>
              <a:chOff x="1609800" y="1497024"/>
              <a:chExt cx="18162734" cy="6592710"/>
            </a:xfrm>
          </p:grpSpPr>
          <p:cxnSp>
            <p:nvCxnSpPr>
              <p:cNvPr id="262" name="Elbow Connector 261">
                <a:extLst>
                  <a:ext uri="{FF2B5EF4-FFF2-40B4-BE49-F238E27FC236}">
                    <a16:creationId xmlns:a16="http://schemas.microsoft.com/office/drawing/2014/main" id="{21223C9D-D2AD-D4EF-7170-9CF4582A55B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09800" y="1551025"/>
                <a:ext cx="15997040" cy="4784882"/>
              </a:xfrm>
              <a:prstGeom prst="bentConnector3">
                <a:avLst>
                  <a:gd name="adj1" fmla="val 2823"/>
                </a:avLst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3" name="Straight Connector 262">
                <a:extLst>
                  <a:ext uri="{FF2B5EF4-FFF2-40B4-BE49-F238E27FC236}">
                    <a16:creationId xmlns:a16="http://schemas.microsoft.com/office/drawing/2014/main" id="{E1F1F7D7-EA23-F2F7-D118-FA52D244241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164463" y="7261119"/>
                <a:ext cx="1440000" cy="1"/>
              </a:xfrm>
              <a:prstGeom prst="line">
                <a:avLst/>
              </a:prstGeom>
              <a:ln/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</p:cxnSp>
          <p:cxnSp>
            <p:nvCxnSpPr>
              <p:cNvPr id="264" name="Straight Connector 263">
                <a:extLst>
                  <a:ext uri="{FF2B5EF4-FFF2-40B4-BE49-F238E27FC236}">
                    <a16:creationId xmlns:a16="http://schemas.microsoft.com/office/drawing/2014/main" id="{ED38D0AF-596A-40CB-3B86-03BD01CDD91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168543" y="6810653"/>
                <a:ext cx="1440000" cy="1"/>
              </a:xfrm>
              <a:prstGeom prst="line">
                <a:avLst/>
              </a:prstGeom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5" name="Rectangle 264">
                <a:extLst>
                  <a:ext uri="{FF2B5EF4-FFF2-40B4-BE49-F238E27FC236}">
                    <a16:creationId xmlns:a16="http://schemas.microsoft.com/office/drawing/2014/main" id="{3232A736-E261-C51A-86C8-9DFABDB08DCE}"/>
                  </a:ext>
                </a:extLst>
              </p:cNvPr>
              <p:cNvSpPr/>
              <p:nvPr/>
            </p:nvSpPr>
            <p:spPr>
              <a:xfrm>
                <a:off x="17612534" y="5929734"/>
                <a:ext cx="2160000" cy="2160000"/>
              </a:xfrm>
              <a:prstGeom prst="rect">
                <a:avLst/>
              </a:prstGeom>
              <a:ln>
                <a:solidFill>
                  <a:srgbClr val="032333"/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dirty="0"/>
                  <a:t>CONFIDENCE COMPUTER RED</a:t>
                </a:r>
              </a:p>
            </p:txBody>
          </p:sp>
          <p:sp>
            <p:nvSpPr>
              <p:cNvPr id="266" name="Oval 265">
                <a:extLst>
                  <a:ext uri="{FF2B5EF4-FFF2-40B4-BE49-F238E27FC236}">
                    <a16:creationId xmlns:a16="http://schemas.microsoft.com/office/drawing/2014/main" id="{A80828D1-DDE8-C2B7-2DD2-F6DD25A4769A}"/>
                  </a:ext>
                </a:extLst>
              </p:cNvPr>
              <p:cNvSpPr/>
              <p:nvPr/>
            </p:nvSpPr>
            <p:spPr>
              <a:xfrm>
                <a:off x="2010012" y="1497024"/>
                <a:ext cx="108000" cy="108000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E80A9B4E-9FB5-0591-72C2-203564AA445F}"/>
                </a:ext>
              </a:extLst>
            </p:cNvPr>
            <p:cNvSpPr/>
            <p:nvPr/>
          </p:nvSpPr>
          <p:spPr>
            <a:xfrm>
              <a:off x="3007380" y="7580716"/>
              <a:ext cx="108000" cy="10800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4900AB62-003E-6907-B81B-4F025945B979}"/>
                </a:ext>
              </a:extLst>
            </p:cNvPr>
            <p:cNvGrpSpPr/>
            <p:nvPr/>
          </p:nvGrpSpPr>
          <p:grpSpPr>
            <a:xfrm>
              <a:off x="2611345" y="2844506"/>
              <a:ext cx="20498766" cy="10328737"/>
              <a:chOff x="1613975" y="1551025"/>
              <a:chExt cx="20498766" cy="10328737"/>
            </a:xfrm>
          </p:grpSpPr>
          <p:cxnSp>
            <p:nvCxnSpPr>
              <p:cNvPr id="240" name="Straight Connector 239">
                <a:extLst>
                  <a:ext uri="{FF2B5EF4-FFF2-40B4-BE49-F238E27FC236}">
                    <a16:creationId xmlns:a16="http://schemas.microsoft.com/office/drawing/2014/main" id="{A88A28EF-A1AC-D4D2-80C5-E1EB26665F0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6525334" y="7261119"/>
                <a:ext cx="0" cy="3600000"/>
              </a:xfrm>
              <a:prstGeom prst="line">
                <a:avLst/>
              </a:prstGeom>
              <a:ln/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</p:cxnSp>
          <p:cxnSp>
            <p:nvCxnSpPr>
              <p:cNvPr id="241" name="Straight Connector 240">
                <a:extLst>
                  <a:ext uri="{FF2B5EF4-FFF2-40B4-BE49-F238E27FC236}">
                    <a16:creationId xmlns:a16="http://schemas.microsoft.com/office/drawing/2014/main" id="{4EC16CDB-BAC5-FABA-DDB7-0988AB6C73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885334" y="6810899"/>
                <a:ext cx="0" cy="3600000"/>
              </a:xfrm>
              <a:prstGeom prst="line">
                <a:avLst/>
              </a:prstGeom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2" name="Elbow Connector 241">
                <a:extLst>
                  <a:ext uri="{FF2B5EF4-FFF2-40B4-BE49-F238E27FC236}">
                    <a16:creationId xmlns:a16="http://schemas.microsoft.com/office/drawing/2014/main" id="{DE233138-AC0C-E1FF-8C3F-C43D484628D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13975" y="1551025"/>
                <a:ext cx="16000581" cy="8411408"/>
              </a:xfrm>
              <a:prstGeom prst="bentConnector3">
                <a:avLst>
                  <a:gd name="adj1" fmla="val 2808"/>
                </a:avLst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3" name="Straight Connector 242">
                <a:extLst>
                  <a:ext uri="{FF2B5EF4-FFF2-40B4-BE49-F238E27FC236}">
                    <a16:creationId xmlns:a16="http://schemas.microsoft.com/office/drawing/2014/main" id="{315AFE9F-9631-4EBE-EB1D-60325285A1B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80605" y="6389484"/>
                <a:ext cx="720000" cy="1"/>
              </a:xfrm>
              <a:prstGeom prst="line">
                <a:avLst/>
              </a:prstGeom>
              <a:ln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</p:cxnSp>
          <p:sp>
            <p:nvSpPr>
              <p:cNvPr id="244" name="Pentagon 243">
                <a:extLst>
                  <a:ext uri="{FF2B5EF4-FFF2-40B4-BE49-F238E27FC236}">
                    <a16:creationId xmlns:a16="http://schemas.microsoft.com/office/drawing/2014/main" id="{CABC4819-643D-7951-2DE6-9B2C26337D48}"/>
                  </a:ext>
                </a:extLst>
              </p:cNvPr>
              <p:cNvSpPr/>
              <p:nvPr/>
            </p:nvSpPr>
            <p:spPr>
              <a:xfrm>
                <a:off x="20502932" y="6263883"/>
                <a:ext cx="533400" cy="264207"/>
              </a:xfrm>
              <a:prstGeom prst="homePlate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cxnSp>
            <p:nvCxnSpPr>
              <p:cNvPr id="245" name="Straight Connector 244">
                <a:extLst>
                  <a:ext uri="{FF2B5EF4-FFF2-40B4-BE49-F238E27FC236}">
                    <a16:creationId xmlns:a16="http://schemas.microsoft.com/office/drawing/2014/main" id="{79277ADF-12C5-C4B8-A2A1-F5BC9EA3E50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74687" y="6821464"/>
                <a:ext cx="720000" cy="1"/>
              </a:xfrm>
              <a:prstGeom prst="line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sp>
            <p:nvSpPr>
              <p:cNvPr id="246" name="Pentagon 245">
                <a:extLst>
                  <a:ext uri="{FF2B5EF4-FFF2-40B4-BE49-F238E27FC236}">
                    <a16:creationId xmlns:a16="http://schemas.microsoft.com/office/drawing/2014/main" id="{365D1C97-21A6-BE6A-B07E-EF408F742D6C}"/>
                  </a:ext>
                </a:extLst>
              </p:cNvPr>
              <p:cNvSpPr/>
              <p:nvPr/>
            </p:nvSpPr>
            <p:spPr>
              <a:xfrm>
                <a:off x="20500605" y="6695341"/>
                <a:ext cx="533400" cy="264207"/>
              </a:xfrm>
              <a:prstGeom prst="homePlate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247" name="Rectangle 246">
                <a:extLst>
                  <a:ext uri="{FF2B5EF4-FFF2-40B4-BE49-F238E27FC236}">
                    <a16:creationId xmlns:a16="http://schemas.microsoft.com/office/drawing/2014/main" id="{083DCAED-34C7-3646-E151-6D8211BE8332}"/>
                  </a:ext>
                </a:extLst>
              </p:cNvPr>
              <p:cNvSpPr/>
              <p:nvPr/>
            </p:nvSpPr>
            <p:spPr>
              <a:xfrm>
                <a:off x="17606840" y="9719762"/>
                <a:ext cx="2160000" cy="2160000"/>
              </a:xfrm>
              <a:prstGeom prst="rect">
                <a:avLst/>
              </a:prstGeom>
              <a:ln>
                <a:solidFill>
                  <a:srgbClr val="032333"/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dirty="0"/>
                  <a:t>DISPARITY ESTIMATOR RED</a:t>
                </a:r>
              </a:p>
            </p:txBody>
          </p:sp>
          <p:cxnSp>
            <p:nvCxnSpPr>
              <p:cNvPr id="248" name="Straight Connector 247">
                <a:extLst>
                  <a:ext uri="{FF2B5EF4-FFF2-40B4-BE49-F238E27FC236}">
                    <a16:creationId xmlns:a16="http://schemas.microsoft.com/office/drawing/2014/main" id="{A3610527-E89D-26C1-2200-AC149420E6E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879465" y="10407410"/>
                <a:ext cx="720000" cy="1"/>
              </a:xfrm>
              <a:prstGeom prst="line">
                <a:avLst/>
              </a:prstGeom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9" name="Straight Connector 248">
                <a:extLst>
                  <a:ext uri="{FF2B5EF4-FFF2-40B4-BE49-F238E27FC236}">
                    <a16:creationId xmlns:a16="http://schemas.microsoft.com/office/drawing/2014/main" id="{B48EC2B0-B246-83D5-0CC3-90AE0508ED2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519465" y="10853810"/>
                <a:ext cx="1080000" cy="1"/>
              </a:xfrm>
              <a:prstGeom prst="line">
                <a:avLst/>
              </a:prstGeom>
              <a:ln/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</p:cxnSp>
          <p:cxnSp>
            <p:nvCxnSpPr>
              <p:cNvPr id="250" name="Straight Connector 249">
                <a:extLst>
                  <a:ext uri="{FF2B5EF4-FFF2-40B4-BE49-F238E27FC236}">
                    <a16:creationId xmlns:a16="http://schemas.microsoft.com/office/drawing/2014/main" id="{7AE6C303-920B-B42E-CB33-54D79A97B3A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032741" y="6393716"/>
                <a:ext cx="1080000" cy="1"/>
              </a:xfrm>
              <a:prstGeom prst="line">
                <a:avLst/>
              </a:prstGeom>
              <a:ln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</p:cxnSp>
          <p:cxnSp>
            <p:nvCxnSpPr>
              <p:cNvPr id="251" name="Straight Connector 250">
                <a:extLst>
                  <a:ext uri="{FF2B5EF4-FFF2-40B4-BE49-F238E27FC236}">
                    <a16:creationId xmlns:a16="http://schemas.microsoft.com/office/drawing/2014/main" id="{8123B397-ED22-8A37-3DF8-38336DA704E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037843" y="6825697"/>
                <a:ext cx="720000" cy="1"/>
              </a:xfrm>
              <a:prstGeom prst="line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cxnSp>
            <p:nvCxnSpPr>
              <p:cNvPr id="252" name="Straight Connector 251">
                <a:extLst>
                  <a:ext uri="{FF2B5EF4-FFF2-40B4-BE49-F238E27FC236}">
                    <a16:creationId xmlns:a16="http://schemas.microsoft.com/office/drawing/2014/main" id="{19852932-E61B-E2BD-C8A2-A8282E251EB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757843" y="6817806"/>
                <a:ext cx="0" cy="1800000"/>
              </a:xfrm>
              <a:prstGeom prst="line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cxnSp>
            <p:nvCxnSpPr>
              <p:cNvPr id="253" name="Straight Connector 252">
                <a:extLst>
                  <a:ext uri="{FF2B5EF4-FFF2-40B4-BE49-F238E27FC236}">
                    <a16:creationId xmlns:a16="http://schemas.microsoft.com/office/drawing/2014/main" id="{1D683DC9-659A-C1A7-11AC-8172B86BB3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112741" y="6384513"/>
                <a:ext cx="0" cy="2520000"/>
              </a:xfrm>
              <a:prstGeom prst="line">
                <a:avLst/>
              </a:prstGeom>
              <a:ln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</p:cxnSp>
          <p:cxnSp>
            <p:nvCxnSpPr>
              <p:cNvPr id="254" name="Straight Connector 253">
                <a:extLst>
                  <a:ext uri="{FF2B5EF4-FFF2-40B4-BE49-F238E27FC236}">
                    <a16:creationId xmlns:a16="http://schemas.microsoft.com/office/drawing/2014/main" id="{CEE34AC6-7525-0B23-16AD-72C4E63729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007033" y="8617806"/>
                <a:ext cx="5760000" cy="0"/>
              </a:xfrm>
              <a:prstGeom prst="line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cxnSp>
            <p:nvCxnSpPr>
              <p:cNvPr id="255" name="Straight Connector 254">
                <a:extLst>
                  <a:ext uri="{FF2B5EF4-FFF2-40B4-BE49-F238E27FC236}">
                    <a16:creationId xmlns:a16="http://schemas.microsoft.com/office/drawing/2014/main" id="{C25BC62C-E948-BEF5-96D2-24A7762577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641931" y="8897614"/>
                <a:ext cx="6469755" cy="0"/>
              </a:xfrm>
              <a:prstGeom prst="line">
                <a:avLst/>
              </a:prstGeom>
              <a:ln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</p:cxnSp>
          <p:cxnSp>
            <p:nvCxnSpPr>
              <p:cNvPr id="256" name="Straight Connector 255">
                <a:extLst>
                  <a:ext uri="{FF2B5EF4-FFF2-40B4-BE49-F238E27FC236}">
                    <a16:creationId xmlns:a16="http://schemas.microsoft.com/office/drawing/2014/main" id="{2D3FEE33-81A8-918C-5E46-00B772474C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014939" y="8617806"/>
                <a:ext cx="0" cy="2689200"/>
              </a:xfrm>
              <a:prstGeom prst="line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cxnSp>
            <p:nvCxnSpPr>
              <p:cNvPr id="257" name="Straight Connector 256">
                <a:extLst>
                  <a:ext uri="{FF2B5EF4-FFF2-40B4-BE49-F238E27FC236}">
                    <a16:creationId xmlns:a16="http://schemas.microsoft.com/office/drawing/2014/main" id="{03292CBE-270C-F375-F7FE-5B8A0836F4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007033" y="11296721"/>
                <a:ext cx="1599807" cy="0"/>
              </a:xfrm>
              <a:prstGeom prst="line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cxnSp>
            <p:nvCxnSpPr>
              <p:cNvPr id="258" name="Straight Connector 257">
                <a:extLst>
                  <a:ext uri="{FF2B5EF4-FFF2-40B4-BE49-F238E27FC236}">
                    <a16:creationId xmlns:a16="http://schemas.microsoft.com/office/drawing/2014/main" id="{9A55373B-56A1-87B3-D84D-5C77D84598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651598" y="8897614"/>
                <a:ext cx="0" cy="2862000"/>
              </a:xfrm>
              <a:prstGeom prst="line">
                <a:avLst/>
              </a:prstGeom>
              <a:ln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</p:cxnSp>
          <p:cxnSp>
            <p:nvCxnSpPr>
              <p:cNvPr id="259" name="Straight Connector 258">
                <a:extLst>
                  <a:ext uri="{FF2B5EF4-FFF2-40B4-BE49-F238E27FC236}">
                    <a16:creationId xmlns:a16="http://schemas.microsoft.com/office/drawing/2014/main" id="{99FC1E42-5112-559B-B9AA-C39BBB4D03A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651598" y="11749916"/>
                <a:ext cx="1964909" cy="1"/>
              </a:xfrm>
              <a:prstGeom prst="line">
                <a:avLst/>
              </a:prstGeom>
              <a:ln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</p:cxnSp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809EDB0-7E00-B326-4F9B-0E56B971D311}"/>
                  </a:ext>
                </a:extLst>
              </p:cNvPr>
              <p:cNvSpPr/>
              <p:nvPr/>
            </p:nvSpPr>
            <p:spPr>
              <a:xfrm>
                <a:off x="16471334" y="7207119"/>
                <a:ext cx="108000" cy="108000"/>
              </a:xfrm>
              <a:prstGeom prst="ellipse">
                <a:avLst/>
              </a:prstGeom>
              <a:solidFill>
                <a:srgbClr val="024059"/>
              </a:solidFill>
              <a:ln>
                <a:solidFill>
                  <a:srgbClr val="024059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1" name="Oval 260">
                <a:extLst>
                  <a:ext uri="{FF2B5EF4-FFF2-40B4-BE49-F238E27FC236}">
                    <a16:creationId xmlns:a16="http://schemas.microsoft.com/office/drawing/2014/main" id="{CAD4E896-FD16-3834-3770-65AB0BAD27AD}"/>
                  </a:ext>
                </a:extLst>
              </p:cNvPr>
              <p:cNvSpPr/>
              <p:nvPr/>
            </p:nvSpPr>
            <p:spPr>
              <a:xfrm>
                <a:off x="16831334" y="6756899"/>
                <a:ext cx="108000" cy="108000"/>
              </a:xfrm>
              <a:prstGeom prst="ellipse">
                <a:avLst/>
              </a:prstGeom>
              <a:solidFill>
                <a:srgbClr val="3A3A3A"/>
              </a:solidFill>
              <a:ln>
                <a:solidFill>
                  <a:srgbClr val="323232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4" name="Group 163">
              <a:extLst>
                <a:ext uri="{FF2B5EF4-FFF2-40B4-BE49-F238E27FC236}">
                  <a16:creationId xmlns:a16="http://schemas.microsoft.com/office/drawing/2014/main" id="{8063128A-76AC-E417-57B2-3F38814B972E}"/>
                </a:ext>
              </a:extLst>
            </p:cNvPr>
            <p:cNvGrpSpPr/>
            <p:nvPr/>
          </p:nvGrpSpPr>
          <p:grpSpPr>
            <a:xfrm>
              <a:off x="2606568" y="1556278"/>
              <a:ext cx="31392487" cy="8759918"/>
              <a:chOff x="1609200" y="262799"/>
              <a:chExt cx="31392487" cy="8759918"/>
            </a:xfrm>
          </p:grpSpPr>
          <p:cxnSp>
            <p:nvCxnSpPr>
              <p:cNvPr id="198" name="Straight Connector 197">
                <a:extLst>
                  <a:ext uri="{FF2B5EF4-FFF2-40B4-BE49-F238E27FC236}">
                    <a16:creationId xmlns:a16="http://schemas.microsoft.com/office/drawing/2014/main" id="{54C3E6D2-CF08-B783-2200-7E19BE6F582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04405" y="8469089"/>
                <a:ext cx="720000" cy="1"/>
              </a:xfrm>
              <a:prstGeom prst="line">
                <a:avLst/>
              </a:prstGeom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9" name="Pentagon 198">
                <a:extLst>
                  <a:ext uri="{FF2B5EF4-FFF2-40B4-BE49-F238E27FC236}">
                    <a16:creationId xmlns:a16="http://schemas.microsoft.com/office/drawing/2014/main" id="{CBDBC635-A27F-916F-E618-5A8A19DE7722}"/>
                  </a:ext>
                </a:extLst>
              </p:cNvPr>
              <p:cNvSpPr/>
              <p:nvPr/>
            </p:nvSpPr>
            <p:spPr>
              <a:xfrm>
                <a:off x="31024955" y="8343488"/>
                <a:ext cx="533400" cy="264207"/>
              </a:xfrm>
              <a:prstGeom prst="homePlate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cxnSp>
            <p:nvCxnSpPr>
              <p:cNvPr id="200" name="Straight Connector 199">
                <a:extLst>
                  <a:ext uri="{FF2B5EF4-FFF2-40B4-BE49-F238E27FC236}">
                    <a16:creationId xmlns:a16="http://schemas.microsoft.com/office/drawing/2014/main" id="{6952C005-8856-4705-39D0-4B6A6D89DD4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953767" y="2593428"/>
                <a:ext cx="720000" cy="1"/>
              </a:xfrm>
              <a:prstGeom prst="line">
                <a:avLst/>
              </a:prstGeom>
              <a:ln/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201" name="Straight Connector 200">
                <a:extLst>
                  <a:ext uri="{FF2B5EF4-FFF2-40B4-BE49-F238E27FC236}">
                    <a16:creationId xmlns:a16="http://schemas.microsoft.com/office/drawing/2014/main" id="{66F26905-238A-BA18-357E-21A8C0084A6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953767" y="3013003"/>
                <a:ext cx="720000" cy="1"/>
              </a:xfrm>
              <a:prstGeom prst="line">
                <a:avLst/>
              </a:prstGeom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" name="Straight Connector 201">
                <a:extLst>
                  <a:ext uri="{FF2B5EF4-FFF2-40B4-BE49-F238E27FC236}">
                    <a16:creationId xmlns:a16="http://schemas.microsoft.com/office/drawing/2014/main" id="{2FEC7F0E-1F29-0488-E16F-EBC90EF7BD4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953767" y="3440422"/>
                <a:ext cx="720000" cy="1"/>
              </a:xfrm>
              <a:prstGeom prst="line">
                <a:avLst/>
              </a:prstGeom>
              <a:ln/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</p:cxnSp>
          <p:sp>
            <p:nvSpPr>
              <p:cNvPr id="203" name="Pentagon 202">
                <a:extLst>
                  <a:ext uri="{FF2B5EF4-FFF2-40B4-BE49-F238E27FC236}">
                    <a16:creationId xmlns:a16="http://schemas.microsoft.com/office/drawing/2014/main" id="{4AA3B254-0948-FBD5-E356-9FFB8E2F4D11}"/>
                  </a:ext>
                </a:extLst>
              </p:cNvPr>
              <p:cNvSpPr/>
              <p:nvPr/>
            </p:nvSpPr>
            <p:spPr>
              <a:xfrm>
                <a:off x="12671949" y="2464356"/>
                <a:ext cx="533400" cy="264207"/>
              </a:xfrm>
              <a:prstGeom prst="homePlat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  <p:sp>
            <p:nvSpPr>
              <p:cNvPr id="204" name="Pentagon 203">
                <a:extLst>
                  <a:ext uri="{FF2B5EF4-FFF2-40B4-BE49-F238E27FC236}">
                    <a16:creationId xmlns:a16="http://schemas.microsoft.com/office/drawing/2014/main" id="{98B4F3A2-8852-DDB4-93EC-EA203FC81C2B}"/>
                  </a:ext>
                </a:extLst>
              </p:cNvPr>
              <p:cNvSpPr/>
              <p:nvPr/>
            </p:nvSpPr>
            <p:spPr>
              <a:xfrm>
                <a:off x="12671949" y="2887402"/>
                <a:ext cx="533400" cy="264207"/>
              </a:xfrm>
              <a:prstGeom prst="homePlate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205" name="Pentagon 204">
                <a:extLst>
                  <a:ext uri="{FF2B5EF4-FFF2-40B4-BE49-F238E27FC236}">
                    <a16:creationId xmlns:a16="http://schemas.microsoft.com/office/drawing/2014/main" id="{15F50BD3-4034-2087-1BCF-5BF5FC3B90C0}"/>
                  </a:ext>
                </a:extLst>
              </p:cNvPr>
              <p:cNvSpPr/>
              <p:nvPr/>
            </p:nvSpPr>
            <p:spPr>
              <a:xfrm>
                <a:off x="12671949" y="3310448"/>
                <a:ext cx="533400" cy="264207"/>
              </a:xfrm>
              <a:prstGeom prst="homePlate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cxnSp>
            <p:nvCxnSpPr>
              <p:cNvPr id="206" name="Straight Connector 205">
                <a:extLst>
                  <a:ext uri="{FF2B5EF4-FFF2-40B4-BE49-F238E27FC236}">
                    <a16:creationId xmlns:a16="http://schemas.microsoft.com/office/drawing/2014/main" id="{E63A4F16-A4FF-67CB-6A3B-1AC34219F4D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953767" y="3875781"/>
                <a:ext cx="720000" cy="1"/>
              </a:xfrm>
              <a:prstGeom prst="line">
                <a:avLst/>
              </a:prstGeom>
              <a:ln>
                <a:solidFill>
                  <a:srgbClr val="03233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7" name="Pentagon 206">
                <a:extLst>
                  <a:ext uri="{FF2B5EF4-FFF2-40B4-BE49-F238E27FC236}">
                    <a16:creationId xmlns:a16="http://schemas.microsoft.com/office/drawing/2014/main" id="{51A1B029-6EA6-6EBD-1D83-957FED564209}"/>
                  </a:ext>
                </a:extLst>
              </p:cNvPr>
              <p:cNvSpPr/>
              <p:nvPr/>
            </p:nvSpPr>
            <p:spPr>
              <a:xfrm>
                <a:off x="12671949" y="3739746"/>
                <a:ext cx="533400" cy="264207"/>
              </a:xfrm>
              <a:prstGeom prst="homePlat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  <p:cxnSp>
            <p:nvCxnSpPr>
              <p:cNvPr id="208" name="Straight Connector 207">
                <a:extLst>
                  <a:ext uri="{FF2B5EF4-FFF2-40B4-BE49-F238E27FC236}">
                    <a16:creationId xmlns:a16="http://schemas.microsoft.com/office/drawing/2014/main" id="{9246D32A-2798-1C3C-3FCA-443400E4DBA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195067" y="2593428"/>
                <a:ext cx="2160000" cy="1"/>
              </a:xfrm>
              <a:prstGeom prst="line">
                <a:avLst/>
              </a:prstGeom>
              <a:ln/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209" name="Straight Connector 208">
                <a:extLst>
                  <a:ext uri="{FF2B5EF4-FFF2-40B4-BE49-F238E27FC236}">
                    <a16:creationId xmlns:a16="http://schemas.microsoft.com/office/drawing/2014/main" id="{FDF34AC2-3A5B-6B47-2370-E23FDD8E15B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195067" y="3013003"/>
                <a:ext cx="2160000" cy="1"/>
              </a:xfrm>
              <a:prstGeom prst="line">
                <a:avLst/>
              </a:prstGeom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0" name="Straight Connector 209">
                <a:extLst>
                  <a:ext uri="{FF2B5EF4-FFF2-40B4-BE49-F238E27FC236}">
                    <a16:creationId xmlns:a16="http://schemas.microsoft.com/office/drawing/2014/main" id="{F8ADE02A-F190-01D6-600B-F33938F52C6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195067" y="3440422"/>
                <a:ext cx="2160000" cy="1"/>
              </a:xfrm>
              <a:prstGeom prst="line">
                <a:avLst/>
              </a:prstGeom>
              <a:ln/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</p:cxnSp>
          <p:cxnSp>
            <p:nvCxnSpPr>
              <p:cNvPr id="211" name="Straight Connector 210">
                <a:extLst>
                  <a:ext uri="{FF2B5EF4-FFF2-40B4-BE49-F238E27FC236}">
                    <a16:creationId xmlns:a16="http://schemas.microsoft.com/office/drawing/2014/main" id="{97943D15-8E05-C255-6C41-BA36160F45C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195067" y="3875781"/>
                <a:ext cx="2160000" cy="1"/>
              </a:xfrm>
              <a:prstGeom prst="line">
                <a:avLst/>
              </a:prstGeom>
              <a:ln>
                <a:solidFill>
                  <a:srgbClr val="03233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2" name="Elbow Connector 211">
                <a:extLst>
                  <a:ext uri="{FF2B5EF4-FFF2-40B4-BE49-F238E27FC236}">
                    <a16:creationId xmlns:a16="http://schemas.microsoft.com/office/drawing/2014/main" id="{0163EE07-AB44-E48E-283A-516140DE6BC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09200" y="1551025"/>
                <a:ext cx="13741200" cy="617191"/>
              </a:xfrm>
              <a:prstGeom prst="bentConnector3">
                <a:avLst>
                  <a:gd name="adj1" fmla="val 82162"/>
                </a:avLst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13" name="Rectangle 212">
                <a:extLst>
                  <a:ext uri="{FF2B5EF4-FFF2-40B4-BE49-F238E27FC236}">
                    <a16:creationId xmlns:a16="http://schemas.microsoft.com/office/drawing/2014/main" id="{46FB5589-12B9-74F5-6F5F-467C84E151CE}"/>
                  </a:ext>
                </a:extLst>
              </p:cNvPr>
              <p:cNvSpPr/>
              <p:nvPr/>
            </p:nvSpPr>
            <p:spPr>
              <a:xfrm>
                <a:off x="15346800" y="1984118"/>
                <a:ext cx="2160000" cy="2160000"/>
              </a:xfrm>
              <a:prstGeom prst="rect">
                <a:avLst/>
              </a:prstGeom>
              <a:ln>
                <a:solidFill>
                  <a:srgbClr val="032333"/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dirty="0"/>
                  <a:t>SHARED FRAME STORAGE RED</a:t>
                </a:r>
              </a:p>
            </p:txBody>
          </p:sp>
          <p:sp>
            <p:nvSpPr>
              <p:cNvPr id="214" name="Oval 213">
                <a:extLst>
                  <a:ext uri="{FF2B5EF4-FFF2-40B4-BE49-F238E27FC236}">
                    <a16:creationId xmlns:a16="http://schemas.microsoft.com/office/drawing/2014/main" id="{8404BE1E-D958-4FA6-2E94-D3EDB3A55DF1}"/>
                  </a:ext>
                </a:extLst>
              </p:cNvPr>
              <p:cNvSpPr/>
              <p:nvPr/>
            </p:nvSpPr>
            <p:spPr>
              <a:xfrm>
                <a:off x="12845379" y="1493498"/>
                <a:ext cx="108000" cy="108000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15" name="Straight Connector 214">
                <a:extLst>
                  <a:ext uri="{FF2B5EF4-FFF2-40B4-BE49-F238E27FC236}">
                    <a16:creationId xmlns:a16="http://schemas.microsoft.com/office/drawing/2014/main" id="{8A390C1D-C0FC-2770-8C6C-6A85A969792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04405" y="8891512"/>
                <a:ext cx="720000" cy="1"/>
              </a:xfrm>
              <a:prstGeom prst="line">
                <a:avLst/>
              </a:prstGeom>
              <a:ln>
                <a:solidFill>
                  <a:srgbClr val="622C0E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216" name="Straight Connector 215">
                <a:extLst>
                  <a:ext uri="{FF2B5EF4-FFF2-40B4-BE49-F238E27FC236}">
                    <a16:creationId xmlns:a16="http://schemas.microsoft.com/office/drawing/2014/main" id="{CE522510-4296-54D2-0A10-547C8DAD57B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04405" y="8057559"/>
                <a:ext cx="720000" cy="1"/>
              </a:xfrm>
              <a:prstGeom prst="line">
                <a:avLst/>
              </a:prstGeom>
              <a:ln>
                <a:solidFill>
                  <a:srgbClr val="1B440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7" name="Pentagon 216">
                <a:extLst>
                  <a:ext uri="{FF2B5EF4-FFF2-40B4-BE49-F238E27FC236}">
                    <a16:creationId xmlns:a16="http://schemas.microsoft.com/office/drawing/2014/main" id="{3770EC0E-4EF6-A6C5-6640-D8B0522EFBBA}"/>
                  </a:ext>
                </a:extLst>
              </p:cNvPr>
              <p:cNvSpPr/>
              <p:nvPr/>
            </p:nvSpPr>
            <p:spPr>
              <a:xfrm>
                <a:off x="31024405" y="7921964"/>
                <a:ext cx="533400" cy="264207"/>
              </a:xfrm>
              <a:prstGeom prst="homePlat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218" name="Pentagon 217">
                <a:extLst>
                  <a:ext uri="{FF2B5EF4-FFF2-40B4-BE49-F238E27FC236}">
                    <a16:creationId xmlns:a16="http://schemas.microsoft.com/office/drawing/2014/main" id="{7C01DD43-86AD-F119-690E-1BE802294708}"/>
                  </a:ext>
                </a:extLst>
              </p:cNvPr>
              <p:cNvSpPr/>
              <p:nvPr/>
            </p:nvSpPr>
            <p:spPr>
              <a:xfrm>
                <a:off x="31024405" y="8758510"/>
                <a:ext cx="533400" cy="264207"/>
              </a:xfrm>
              <a:prstGeom prst="homePlate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cxnSp>
            <p:nvCxnSpPr>
              <p:cNvPr id="219" name="Straight Connector 218">
                <a:extLst>
                  <a:ext uri="{FF2B5EF4-FFF2-40B4-BE49-F238E27FC236}">
                    <a16:creationId xmlns:a16="http://schemas.microsoft.com/office/drawing/2014/main" id="{3ECD558D-E2F6-F608-C3B9-61244A63324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560805" y="8054066"/>
                <a:ext cx="720000" cy="1"/>
              </a:xfrm>
              <a:prstGeom prst="line">
                <a:avLst/>
              </a:prstGeom>
              <a:ln>
                <a:solidFill>
                  <a:srgbClr val="1B440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0" name="Straight Connector 219">
                <a:extLst>
                  <a:ext uri="{FF2B5EF4-FFF2-40B4-BE49-F238E27FC236}">
                    <a16:creationId xmlns:a16="http://schemas.microsoft.com/office/drawing/2014/main" id="{74F07015-E029-9A3F-81D8-8B7F7958E63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557205" y="8890612"/>
                <a:ext cx="1440000" cy="1"/>
              </a:xfrm>
              <a:prstGeom prst="line">
                <a:avLst/>
              </a:prstGeom>
              <a:ln>
                <a:solidFill>
                  <a:srgbClr val="622C0E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221" name="Straight Connector 220">
                <a:extLst>
                  <a:ext uri="{FF2B5EF4-FFF2-40B4-BE49-F238E27FC236}">
                    <a16:creationId xmlns:a16="http://schemas.microsoft.com/office/drawing/2014/main" id="{C4B47540-5D24-DDE7-F5C0-55EEDF7066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001560" y="262800"/>
                <a:ext cx="0" cy="8643600"/>
              </a:xfrm>
              <a:prstGeom prst="line">
                <a:avLst/>
              </a:prstGeom>
              <a:ln>
                <a:solidFill>
                  <a:srgbClr val="622C0E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222" name="Straight Connector 221">
                <a:extLst>
                  <a:ext uri="{FF2B5EF4-FFF2-40B4-BE49-F238E27FC236}">
                    <a16:creationId xmlns:a16="http://schemas.microsoft.com/office/drawing/2014/main" id="{A7BC695D-7C23-9178-FB09-C62C4034290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3928400" y="266400"/>
                <a:ext cx="19073287" cy="0"/>
              </a:xfrm>
              <a:prstGeom prst="line">
                <a:avLst/>
              </a:prstGeom>
              <a:ln>
                <a:solidFill>
                  <a:srgbClr val="622C0E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223" name="Straight Connector 222">
                <a:extLst>
                  <a:ext uri="{FF2B5EF4-FFF2-40B4-BE49-F238E27FC236}">
                    <a16:creationId xmlns:a16="http://schemas.microsoft.com/office/drawing/2014/main" id="{56E0326E-3DA1-40BC-CE57-D6A0D19395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935275" y="262799"/>
                <a:ext cx="0" cy="3175200"/>
              </a:xfrm>
              <a:prstGeom prst="line">
                <a:avLst/>
              </a:prstGeom>
              <a:ln>
                <a:solidFill>
                  <a:srgbClr val="622C0E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</p:cxnSp>
          <p:sp>
            <p:nvSpPr>
              <p:cNvPr id="224" name="Oval 223">
                <a:extLst>
                  <a:ext uri="{FF2B5EF4-FFF2-40B4-BE49-F238E27FC236}">
                    <a16:creationId xmlns:a16="http://schemas.microsoft.com/office/drawing/2014/main" id="{6757D63D-B57E-DB02-0334-6ADB6781C42E}"/>
                  </a:ext>
                </a:extLst>
              </p:cNvPr>
              <p:cNvSpPr/>
              <p:nvPr/>
            </p:nvSpPr>
            <p:spPr>
              <a:xfrm>
                <a:off x="13881275" y="3383573"/>
                <a:ext cx="108000" cy="108000"/>
              </a:xfrm>
              <a:prstGeom prst="ellipse">
                <a:avLst/>
              </a:prstGeom>
              <a:solidFill>
                <a:srgbClr val="622C0E"/>
              </a:solidFill>
              <a:ln>
                <a:solidFill>
                  <a:srgbClr val="622C0E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25" name="Straight Connector 224">
                <a:extLst>
                  <a:ext uri="{FF2B5EF4-FFF2-40B4-BE49-F238E27FC236}">
                    <a16:creationId xmlns:a16="http://schemas.microsoft.com/office/drawing/2014/main" id="{A895C2AA-55EC-D0BB-0FCD-72ABE396C65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550005" y="8475591"/>
                <a:ext cx="1080000" cy="1"/>
              </a:xfrm>
              <a:prstGeom prst="line">
                <a:avLst/>
              </a:prstGeom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" name="Straight Connector 225">
                <a:extLst>
                  <a:ext uri="{FF2B5EF4-FFF2-40B4-BE49-F238E27FC236}">
                    <a16:creationId xmlns:a16="http://schemas.microsoft.com/office/drawing/2014/main" id="{4EB1A4D1-DD13-3F71-3D7B-8071377954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637960" y="640800"/>
                <a:ext cx="0" cy="7848000"/>
              </a:xfrm>
              <a:prstGeom prst="line">
                <a:avLst/>
              </a:prstGeom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7" name="Straight Connector 226">
                <a:extLst>
                  <a:ext uri="{FF2B5EF4-FFF2-40B4-BE49-F238E27FC236}">
                    <a16:creationId xmlns:a16="http://schemas.microsoft.com/office/drawing/2014/main" id="{5340FBFD-AFC4-260A-4CDC-B422C296061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281894" y="648000"/>
                <a:ext cx="18356658" cy="0"/>
              </a:xfrm>
              <a:prstGeom prst="line">
                <a:avLst/>
              </a:prstGeom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8" name="Straight Connector 227">
                <a:extLst>
                  <a:ext uri="{FF2B5EF4-FFF2-40B4-BE49-F238E27FC236}">
                    <a16:creationId xmlns:a16="http://schemas.microsoft.com/office/drawing/2014/main" id="{FA51437D-098E-FF72-5E87-2F853EAEBCA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281894" y="640800"/>
                <a:ext cx="5379" cy="2383200"/>
              </a:xfrm>
              <a:prstGeom prst="line">
                <a:avLst/>
              </a:prstGeom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9" name="Oval 228">
                <a:extLst>
                  <a:ext uri="{FF2B5EF4-FFF2-40B4-BE49-F238E27FC236}">
                    <a16:creationId xmlns:a16="http://schemas.microsoft.com/office/drawing/2014/main" id="{F5BE7C25-F79A-B99E-689D-AAE90203A805}"/>
                  </a:ext>
                </a:extLst>
              </p:cNvPr>
              <p:cNvSpPr/>
              <p:nvPr/>
            </p:nvSpPr>
            <p:spPr>
              <a:xfrm>
                <a:off x="14227894" y="2958141"/>
                <a:ext cx="108000" cy="108000"/>
              </a:xfrm>
              <a:prstGeom prst="ellipse">
                <a:avLst/>
              </a:prstGeom>
              <a:solidFill>
                <a:srgbClr val="47D45A"/>
              </a:solidFill>
              <a:ln>
                <a:solidFill>
                  <a:srgbClr val="47D45A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30" name="Straight Connector 229">
                <a:extLst>
                  <a:ext uri="{FF2B5EF4-FFF2-40B4-BE49-F238E27FC236}">
                    <a16:creationId xmlns:a16="http://schemas.microsoft.com/office/drawing/2014/main" id="{F7C8BE41-E306-822A-0C6F-DFE381CA0B8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281560" y="1000800"/>
                <a:ext cx="0" cy="7063200"/>
              </a:xfrm>
              <a:prstGeom prst="line">
                <a:avLst/>
              </a:prstGeom>
              <a:ln>
                <a:solidFill>
                  <a:srgbClr val="1B440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1" name="Straight Connector 230">
                <a:extLst>
                  <a:ext uri="{FF2B5EF4-FFF2-40B4-BE49-F238E27FC236}">
                    <a16:creationId xmlns:a16="http://schemas.microsoft.com/office/drawing/2014/main" id="{C0474EE7-68A8-3169-4A0C-9BF37B81152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650316" y="1008000"/>
                <a:ext cx="17633851" cy="0"/>
              </a:xfrm>
              <a:prstGeom prst="line">
                <a:avLst/>
              </a:prstGeom>
              <a:ln>
                <a:solidFill>
                  <a:srgbClr val="1B440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2" name="Straight Connector 231">
                <a:extLst>
                  <a:ext uri="{FF2B5EF4-FFF2-40B4-BE49-F238E27FC236}">
                    <a16:creationId xmlns:a16="http://schemas.microsoft.com/office/drawing/2014/main" id="{73203D41-091D-9304-715D-013B1B32643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657360" y="1000799"/>
                <a:ext cx="0" cy="1602000"/>
              </a:xfrm>
              <a:prstGeom prst="line">
                <a:avLst/>
              </a:prstGeom>
              <a:ln>
                <a:solidFill>
                  <a:srgbClr val="1B440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3" name="Oval 232">
                <a:extLst>
                  <a:ext uri="{FF2B5EF4-FFF2-40B4-BE49-F238E27FC236}">
                    <a16:creationId xmlns:a16="http://schemas.microsoft.com/office/drawing/2014/main" id="{6EACD0B0-BD48-065B-7712-1D3D2D2552C9}"/>
                  </a:ext>
                </a:extLst>
              </p:cNvPr>
              <p:cNvSpPr/>
              <p:nvPr/>
            </p:nvSpPr>
            <p:spPr>
              <a:xfrm>
                <a:off x="14603360" y="2542445"/>
                <a:ext cx="108000" cy="108000"/>
              </a:xfrm>
              <a:prstGeom prst="ellipse">
                <a:avLst/>
              </a:prstGeom>
              <a:solidFill>
                <a:srgbClr val="1D440D"/>
              </a:solidFill>
              <a:ln>
                <a:solidFill>
                  <a:srgbClr val="1D440D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65" name="Group 164">
              <a:extLst>
                <a:ext uri="{FF2B5EF4-FFF2-40B4-BE49-F238E27FC236}">
                  <a16:creationId xmlns:a16="http://schemas.microsoft.com/office/drawing/2014/main" id="{3B2E10C1-9A6C-261E-8A59-2445F5421478}"/>
                </a:ext>
              </a:extLst>
            </p:cNvPr>
            <p:cNvGrpSpPr/>
            <p:nvPr/>
          </p:nvGrpSpPr>
          <p:grpSpPr>
            <a:xfrm>
              <a:off x="2607168" y="2844503"/>
              <a:ext cx="28702032" cy="11639080"/>
              <a:chOff x="1609800" y="1551024"/>
              <a:chExt cx="28702032" cy="11639080"/>
            </a:xfrm>
          </p:grpSpPr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C98B3E07-A7A1-483D-E072-3012BA60015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2571800" y="10173865"/>
                <a:ext cx="4504759" cy="0"/>
              </a:xfrm>
              <a:prstGeom prst="line">
                <a:avLst/>
              </a:prstGeom>
              <a:ln>
                <a:solidFill>
                  <a:srgbClr val="03233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29AF4DC4-E5E0-D5E9-0A5B-70A046EF22A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77014" y="7246942"/>
                <a:ext cx="720000" cy="1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:a16="http://schemas.microsoft.com/office/drawing/2014/main" id="{AC97464D-56A1-50F9-DAB1-5FB5A5655C2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77014" y="7671897"/>
                <a:ext cx="720000" cy="1"/>
              </a:xfrm>
              <a:prstGeom prst="line">
                <a:avLst/>
              </a:prstGeom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9" name="Pentagon 168">
                <a:extLst>
                  <a:ext uri="{FF2B5EF4-FFF2-40B4-BE49-F238E27FC236}">
                    <a16:creationId xmlns:a16="http://schemas.microsoft.com/office/drawing/2014/main" id="{B10EDD0B-434F-0281-7853-7A7D5C59C6DE}"/>
                  </a:ext>
                </a:extLst>
              </p:cNvPr>
              <p:cNvSpPr/>
              <p:nvPr/>
            </p:nvSpPr>
            <p:spPr>
              <a:xfrm>
                <a:off x="20502932" y="7120819"/>
                <a:ext cx="533400" cy="264207"/>
              </a:xfrm>
              <a:prstGeom prst="homePlate">
                <a:avLst/>
              </a:prstGeom>
              <a:solidFill>
                <a:srgbClr val="FF455A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70" name="Pentagon 169">
                <a:extLst>
                  <a:ext uri="{FF2B5EF4-FFF2-40B4-BE49-F238E27FC236}">
                    <a16:creationId xmlns:a16="http://schemas.microsoft.com/office/drawing/2014/main" id="{6D626D24-C5C5-C15E-15AD-9570A483E466}"/>
                  </a:ext>
                </a:extLst>
              </p:cNvPr>
              <p:cNvSpPr/>
              <p:nvPr/>
            </p:nvSpPr>
            <p:spPr>
              <a:xfrm>
                <a:off x="20499341" y="7546296"/>
                <a:ext cx="533400" cy="264207"/>
              </a:xfrm>
              <a:prstGeom prst="homePlat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3963BF8D-7CCB-F9DF-E4CC-E218F855C8E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64131" y="10855138"/>
                <a:ext cx="720000" cy="1"/>
              </a:xfrm>
              <a:prstGeom prst="line">
                <a:avLst/>
              </a:prstGeom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:a16="http://schemas.microsoft.com/office/drawing/2014/main" id="{8AB7BC9A-C161-3527-A1E2-62ECD9E668D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63508" y="11287276"/>
                <a:ext cx="720000" cy="1"/>
              </a:xfrm>
              <a:prstGeom prst="line">
                <a:avLst/>
              </a:prstGeom>
              <a:ln>
                <a:solidFill>
                  <a:srgbClr val="FFC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3" name="Pentagon 172">
                <a:extLst>
                  <a:ext uri="{FF2B5EF4-FFF2-40B4-BE49-F238E27FC236}">
                    <a16:creationId xmlns:a16="http://schemas.microsoft.com/office/drawing/2014/main" id="{FAF28A6D-8561-286F-5937-F9507AE8A7AB}"/>
                  </a:ext>
                </a:extLst>
              </p:cNvPr>
              <p:cNvSpPr/>
              <p:nvPr/>
            </p:nvSpPr>
            <p:spPr>
              <a:xfrm>
                <a:off x="20488345" y="10729015"/>
                <a:ext cx="533400" cy="264207"/>
              </a:xfrm>
              <a:prstGeom prst="homePlat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74" name="Pentagon 173">
                <a:extLst>
                  <a:ext uri="{FF2B5EF4-FFF2-40B4-BE49-F238E27FC236}">
                    <a16:creationId xmlns:a16="http://schemas.microsoft.com/office/drawing/2014/main" id="{8F35E59C-C7CA-C266-BB95-F268867B7FC5}"/>
                  </a:ext>
                </a:extLst>
              </p:cNvPr>
              <p:cNvSpPr/>
              <p:nvPr/>
            </p:nvSpPr>
            <p:spPr>
              <a:xfrm>
                <a:off x="20484131" y="11161675"/>
                <a:ext cx="533400" cy="264207"/>
              </a:xfrm>
              <a:prstGeom prst="homePlate">
                <a:avLst/>
              </a:prstGeom>
              <a:solidFill>
                <a:srgbClr val="FCD646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cxnSp>
            <p:nvCxnSpPr>
              <p:cNvPr id="175" name="Elbow Connector 174">
                <a:extLst>
                  <a:ext uri="{FF2B5EF4-FFF2-40B4-BE49-F238E27FC236}">
                    <a16:creationId xmlns:a16="http://schemas.microsoft.com/office/drawing/2014/main" id="{343269E6-5425-5539-1187-416D7E870A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09800" y="1551024"/>
                <a:ext cx="25466400" cy="6477712"/>
              </a:xfrm>
              <a:prstGeom prst="bentConnector3">
                <a:avLst>
                  <a:gd name="adj1" fmla="val 86285"/>
                </a:avLst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6" name="Straight Connector 175">
                <a:extLst>
                  <a:ext uri="{FF2B5EF4-FFF2-40B4-BE49-F238E27FC236}">
                    <a16:creationId xmlns:a16="http://schemas.microsoft.com/office/drawing/2014/main" id="{F7695A91-0CE7-5A7D-BF55-D4BEFFB693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677084" y="3871185"/>
                <a:ext cx="0" cy="8640000"/>
              </a:xfrm>
              <a:prstGeom prst="line">
                <a:avLst/>
              </a:prstGeom>
              <a:ln>
                <a:solidFill>
                  <a:srgbClr val="03233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Straight Connector 176">
                <a:extLst>
                  <a:ext uri="{FF2B5EF4-FFF2-40B4-BE49-F238E27FC236}">
                    <a16:creationId xmlns:a16="http://schemas.microsoft.com/office/drawing/2014/main" id="{AAED42C2-FD76-0713-3980-318397B1C30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666209" y="12511185"/>
                <a:ext cx="7920000" cy="0"/>
              </a:xfrm>
              <a:prstGeom prst="line">
                <a:avLst/>
              </a:prstGeom>
              <a:ln>
                <a:solidFill>
                  <a:srgbClr val="03233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Straight Connector 177">
                <a:extLst>
                  <a:ext uri="{FF2B5EF4-FFF2-40B4-BE49-F238E27FC236}">
                    <a16:creationId xmlns:a16="http://schemas.microsoft.com/office/drawing/2014/main" id="{21DAC2C9-E33E-5657-9F22-7264108FDF3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579200" y="10173865"/>
                <a:ext cx="0" cy="2337320"/>
              </a:xfrm>
              <a:prstGeom prst="line">
                <a:avLst/>
              </a:prstGeom>
              <a:ln>
                <a:solidFill>
                  <a:srgbClr val="03233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Straight Connector 178">
                <a:extLst>
                  <a:ext uri="{FF2B5EF4-FFF2-40B4-BE49-F238E27FC236}">
                    <a16:creationId xmlns:a16="http://schemas.microsoft.com/office/drawing/2014/main" id="{32135880-C9C5-E89D-65A0-DC02174F794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032741" y="7253203"/>
                <a:ext cx="2160000" cy="1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Straight Connector 179">
                <a:extLst>
                  <a:ext uri="{FF2B5EF4-FFF2-40B4-BE49-F238E27FC236}">
                    <a16:creationId xmlns:a16="http://schemas.microsoft.com/office/drawing/2014/main" id="{A01649A8-5C38-5A73-0F85-C1AF978AA39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017531" y="7679669"/>
                <a:ext cx="1800000" cy="1"/>
              </a:xfrm>
              <a:prstGeom prst="line">
                <a:avLst/>
              </a:prstGeom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>
                <a:extLst>
                  <a:ext uri="{FF2B5EF4-FFF2-40B4-BE49-F238E27FC236}">
                    <a16:creationId xmlns:a16="http://schemas.microsoft.com/office/drawing/2014/main" id="{FCB1B277-A71B-39B8-C87A-4448951CB62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192741" y="7243641"/>
                <a:ext cx="0" cy="1204670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>
                <a:extLst>
                  <a:ext uri="{FF2B5EF4-FFF2-40B4-BE49-F238E27FC236}">
                    <a16:creationId xmlns:a16="http://schemas.microsoft.com/office/drawing/2014/main" id="{68353D23-E158-4C0B-9D91-38EBA9D740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183216" y="8448311"/>
                <a:ext cx="3889591" cy="0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>
                <a:extLst>
                  <a:ext uri="{FF2B5EF4-FFF2-40B4-BE49-F238E27FC236}">
                    <a16:creationId xmlns:a16="http://schemas.microsoft.com/office/drawing/2014/main" id="{756740B6-6983-3C68-CE54-2F420BBF17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817531" y="7671555"/>
                <a:ext cx="0" cy="1204175"/>
              </a:xfrm>
              <a:prstGeom prst="line">
                <a:avLst/>
              </a:prstGeom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>
                <a:extLst>
                  <a:ext uri="{FF2B5EF4-FFF2-40B4-BE49-F238E27FC236}">
                    <a16:creationId xmlns:a16="http://schemas.microsoft.com/office/drawing/2014/main" id="{03D32BD0-8906-DA0E-16BA-31E043C0E8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808006" y="8875730"/>
                <a:ext cx="4264801" cy="0"/>
              </a:xfrm>
              <a:prstGeom prst="line">
                <a:avLst/>
              </a:prstGeom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Straight Connector 184">
                <a:extLst>
                  <a:ext uri="{FF2B5EF4-FFF2-40B4-BE49-F238E27FC236}">
                    <a16:creationId xmlns:a16="http://schemas.microsoft.com/office/drawing/2014/main" id="{4766DE6B-CACE-CD0F-DBD8-FE3A874B393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017531" y="10860028"/>
                <a:ext cx="720000" cy="1"/>
              </a:xfrm>
              <a:prstGeom prst="line">
                <a:avLst/>
              </a:prstGeom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Straight Connector 185">
                <a:extLst>
                  <a:ext uri="{FF2B5EF4-FFF2-40B4-BE49-F238E27FC236}">
                    <a16:creationId xmlns:a16="http://schemas.microsoft.com/office/drawing/2014/main" id="{6F7601E7-2CB3-EB1E-A334-079446136BF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737531" y="9311089"/>
                <a:ext cx="0" cy="1557546"/>
              </a:xfrm>
              <a:prstGeom prst="line">
                <a:avLst/>
              </a:prstGeom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>
                <a:extLst>
                  <a:ext uri="{FF2B5EF4-FFF2-40B4-BE49-F238E27FC236}">
                    <a16:creationId xmlns:a16="http://schemas.microsoft.com/office/drawing/2014/main" id="{38009F96-22B1-E021-30A7-3EC4EF567D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729282" y="9311088"/>
                <a:ext cx="5342930" cy="0"/>
              </a:xfrm>
              <a:prstGeom prst="line">
                <a:avLst/>
              </a:prstGeom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87">
                <a:extLst>
                  <a:ext uri="{FF2B5EF4-FFF2-40B4-BE49-F238E27FC236}">
                    <a16:creationId xmlns:a16="http://schemas.microsoft.com/office/drawing/2014/main" id="{5A787524-D222-1EDB-0D7E-BD02E9EA5C2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008006" y="11293778"/>
                <a:ext cx="1080000" cy="1"/>
              </a:xfrm>
              <a:prstGeom prst="line">
                <a:avLst/>
              </a:prstGeom>
              <a:ln>
                <a:solidFill>
                  <a:srgbClr val="FFC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>
                <a:extLst>
                  <a:ext uri="{FF2B5EF4-FFF2-40B4-BE49-F238E27FC236}">
                    <a16:creationId xmlns:a16="http://schemas.microsoft.com/office/drawing/2014/main" id="{B454D699-3CE7-EA30-4786-34E777BC5C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88006" y="9738507"/>
                <a:ext cx="0" cy="1563979"/>
              </a:xfrm>
              <a:prstGeom prst="line">
                <a:avLst/>
              </a:prstGeom>
              <a:ln>
                <a:solidFill>
                  <a:srgbClr val="FFC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>
                <a:extLst>
                  <a:ext uri="{FF2B5EF4-FFF2-40B4-BE49-F238E27FC236}">
                    <a16:creationId xmlns:a16="http://schemas.microsoft.com/office/drawing/2014/main" id="{BBE09CBE-B8BD-42E3-2181-89E640BF0B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78481" y="9736233"/>
                <a:ext cx="4993281" cy="0"/>
              </a:xfrm>
              <a:prstGeom prst="line">
                <a:avLst/>
              </a:prstGeom>
              <a:ln>
                <a:solidFill>
                  <a:srgbClr val="FFC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1" name="Rectangle 190">
                <a:extLst>
                  <a:ext uri="{FF2B5EF4-FFF2-40B4-BE49-F238E27FC236}">
                    <a16:creationId xmlns:a16="http://schemas.microsoft.com/office/drawing/2014/main" id="{70AA8982-979C-4502-5724-8E73424A502D}"/>
                  </a:ext>
                </a:extLst>
              </p:cNvPr>
              <p:cNvSpPr/>
              <p:nvPr/>
            </p:nvSpPr>
            <p:spPr>
              <a:xfrm>
                <a:off x="27071832" y="7710858"/>
                <a:ext cx="3240000" cy="3240000"/>
              </a:xfrm>
              <a:prstGeom prst="rect">
                <a:avLst/>
              </a:prstGeom>
              <a:ln>
                <a:solidFill>
                  <a:srgbClr val="032333"/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dirty="0"/>
                  <a:t>FUSED ALIGNED OUTUPT</a:t>
                </a:r>
              </a:p>
            </p:txBody>
          </p:sp>
          <p:sp>
            <p:nvSpPr>
              <p:cNvPr id="192" name="Oval 191">
                <a:extLst>
                  <a:ext uri="{FF2B5EF4-FFF2-40B4-BE49-F238E27FC236}">
                    <a16:creationId xmlns:a16="http://schemas.microsoft.com/office/drawing/2014/main" id="{8E5D016B-4BF5-A48A-C31A-1619E5E1BA70}"/>
                  </a:ext>
                </a:extLst>
              </p:cNvPr>
              <p:cNvSpPr/>
              <p:nvPr/>
            </p:nvSpPr>
            <p:spPr>
              <a:xfrm>
                <a:off x="14621627" y="3829423"/>
                <a:ext cx="108000" cy="108000"/>
              </a:xfrm>
              <a:prstGeom prst="ellipse">
                <a:avLst/>
              </a:prstGeom>
              <a:solidFill>
                <a:srgbClr val="042233"/>
              </a:solidFill>
              <a:ln>
                <a:solidFill>
                  <a:srgbClr val="042233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93" name="Straight Connector 192">
                <a:extLst>
                  <a:ext uri="{FF2B5EF4-FFF2-40B4-BE49-F238E27FC236}">
                    <a16:creationId xmlns:a16="http://schemas.microsoft.com/office/drawing/2014/main" id="{5FF5218D-8E7E-F563-2959-FE9B1FD30F1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454422" y="5263036"/>
                <a:ext cx="0" cy="7920000"/>
              </a:xfrm>
              <a:prstGeom prst="line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sp>
            <p:nvSpPr>
              <p:cNvPr id="194" name="Oval 193">
                <a:extLst>
                  <a:ext uri="{FF2B5EF4-FFF2-40B4-BE49-F238E27FC236}">
                    <a16:creationId xmlns:a16="http://schemas.microsoft.com/office/drawing/2014/main" id="{4440A555-B2D6-E157-F2DB-F255A6718245}"/>
                  </a:ext>
                </a:extLst>
              </p:cNvPr>
              <p:cNvSpPr/>
              <p:nvPr/>
            </p:nvSpPr>
            <p:spPr>
              <a:xfrm>
                <a:off x="13400422" y="5209037"/>
                <a:ext cx="108000" cy="108000"/>
              </a:xfrm>
              <a:prstGeom prst="ellipse">
                <a:avLst/>
              </a:prstGeom>
              <a:solidFill>
                <a:srgbClr val="400B3B"/>
              </a:solidFill>
              <a:ln>
                <a:solidFill>
                  <a:srgbClr val="400B3B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95" name="Straight Connector 194">
                <a:extLst>
                  <a:ext uri="{FF2B5EF4-FFF2-40B4-BE49-F238E27FC236}">
                    <a16:creationId xmlns:a16="http://schemas.microsoft.com/office/drawing/2014/main" id="{F35EC7A4-28B3-12AF-8927-D6F5553673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447597" y="13183036"/>
                <a:ext cx="9720000" cy="0"/>
              </a:xfrm>
              <a:prstGeom prst="line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cxnSp>
            <p:nvCxnSpPr>
              <p:cNvPr id="196" name="Straight Connector 195">
                <a:extLst>
                  <a:ext uri="{FF2B5EF4-FFF2-40B4-BE49-F238E27FC236}">
                    <a16:creationId xmlns:a16="http://schemas.microsoft.com/office/drawing/2014/main" id="{E01F47C9-52C9-3AAE-43B6-37C84A14779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167597" y="10601080"/>
                <a:ext cx="0" cy="2589024"/>
              </a:xfrm>
              <a:prstGeom prst="line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cxnSp>
            <p:nvCxnSpPr>
              <p:cNvPr id="197" name="Straight Connector 196">
                <a:extLst>
                  <a:ext uri="{FF2B5EF4-FFF2-40B4-BE49-F238E27FC236}">
                    <a16:creationId xmlns:a16="http://schemas.microsoft.com/office/drawing/2014/main" id="{5C3D7671-3D2A-61D8-3362-C2FC9D8E3C1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164617" y="10599856"/>
                <a:ext cx="3907145" cy="1224"/>
              </a:xfrm>
              <a:prstGeom prst="line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4A0846BC-C4DC-FA90-792F-EB47C9F5FB5A}"/>
                </a:ext>
              </a:extLst>
            </p:cNvPr>
            <p:cNvGrpSpPr/>
            <p:nvPr/>
          </p:nvGrpSpPr>
          <p:grpSpPr>
            <a:xfrm>
              <a:off x="1354000" y="3597480"/>
              <a:ext cx="932400" cy="717077"/>
              <a:chOff x="2480168" y="2958511"/>
              <a:chExt cx="933612" cy="717077"/>
            </a:xfrm>
          </p:grpSpPr>
          <p:sp>
            <p:nvSpPr>
              <p:cNvPr id="284" name="Pentagon 283">
                <a:extLst>
                  <a:ext uri="{FF2B5EF4-FFF2-40B4-BE49-F238E27FC236}">
                    <a16:creationId xmlns:a16="http://schemas.microsoft.com/office/drawing/2014/main" id="{DBF2CA43-D483-37B5-3BCC-4F058780BE36}"/>
                  </a:ext>
                </a:extLst>
              </p:cNvPr>
              <p:cNvSpPr/>
              <p:nvPr/>
            </p:nvSpPr>
            <p:spPr>
              <a:xfrm>
                <a:off x="2480400" y="2958511"/>
                <a:ext cx="533400" cy="264207"/>
              </a:xfrm>
              <a:prstGeom prst="homePlat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  <p:sp>
            <p:nvSpPr>
              <p:cNvPr id="285" name="Pentagon 284">
                <a:extLst>
                  <a:ext uri="{FF2B5EF4-FFF2-40B4-BE49-F238E27FC236}">
                    <a16:creationId xmlns:a16="http://schemas.microsoft.com/office/drawing/2014/main" id="{EEE9ACD0-290F-7A4D-BE5C-37DCAD86ECFB}"/>
                  </a:ext>
                </a:extLst>
              </p:cNvPr>
              <p:cNvSpPr/>
              <p:nvPr/>
            </p:nvSpPr>
            <p:spPr>
              <a:xfrm>
                <a:off x="2480168" y="3390511"/>
                <a:ext cx="533400" cy="264207"/>
              </a:xfrm>
              <a:prstGeom prst="homePlate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cxnSp>
            <p:nvCxnSpPr>
              <p:cNvPr id="2" name="Straight Connector 1">
                <a:extLst>
                  <a:ext uri="{FF2B5EF4-FFF2-40B4-BE49-F238E27FC236}">
                    <a16:creationId xmlns:a16="http://schemas.microsoft.com/office/drawing/2014/main" id="{5E411838-3187-2047-D4D3-303B83235E3C}"/>
                  </a:ext>
                </a:extLst>
              </p:cNvPr>
              <p:cNvCxnSpPr/>
              <p:nvPr/>
            </p:nvCxnSpPr>
            <p:spPr>
              <a:xfrm flipH="1">
                <a:off x="3089780" y="3351588"/>
                <a:ext cx="324000" cy="324000"/>
              </a:xfrm>
              <a:prstGeom prst="line">
                <a:avLst/>
              </a:prstGeom>
              <a:ln>
                <a:solidFill>
                  <a:srgbClr val="612C0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401F13D-D7F1-04EE-C52D-F45346D72382}"/>
                </a:ext>
              </a:extLst>
            </p:cNvPr>
            <p:cNvCxnSpPr>
              <a:cxnSpLocks/>
            </p:cNvCxnSpPr>
            <p:nvPr/>
          </p:nvCxnSpPr>
          <p:spPr>
            <a:xfrm>
              <a:off x="2600409" y="17233048"/>
              <a:ext cx="2218725" cy="0"/>
            </a:xfrm>
            <a:prstGeom prst="line">
              <a:avLst/>
            </a:prstGeom>
            <a:ln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183236DC-BD6A-B8C1-C61A-2E9FFEB791AA}"/>
                </a:ext>
              </a:extLst>
            </p:cNvPr>
            <p:cNvCxnSpPr>
              <a:cxnSpLocks/>
            </p:cNvCxnSpPr>
            <p:nvPr/>
          </p:nvCxnSpPr>
          <p:spPr>
            <a:xfrm>
              <a:off x="2116517" y="17665930"/>
              <a:ext cx="2702616" cy="0"/>
            </a:xfrm>
            <a:prstGeom prst="line">
              <a:avLst/>
            </a:prstGeom>
            <a:ln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5CC0EAA-618D-7A57-E039-AAE3AF96373F}"/>
                </a:ext>
              </a:extLst>
            </p:cNvPr>
            <p:cNvCxnSpPr>
              <a:cxnSpLocks/>
            </p:cNvCxnSpPr>
            <p:nvPr/>
          </p:nvCxnSpPr>
          <p:spPr>
            <a:xfrm>
              <a:off x="3058180" y="2844503"/>
              <a:ext cx="0" cy="2614975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62B05E5-B75C-9569-2650-18F268180F1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61380" y="16864770"/>
              <a:ext cx="1757753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1E9B149-EB7B-F0A0-D09A-1FF29F40D134}"/>
                </a:ext>
              </a:extLst>
            </p:cNvPr>
            <p:cNvCxnSpPr>
              <a:cxnSpLocks/>
            </p:cNvCxnSpPr>
            <p:nvPr/>
          </p:nvCxnSpPr>
          <p:spPr>
            <a:xfrm>
              <a:off x="2117163" y="4161584"/>
              <a:ext cx="0" cy="25633831"/>
            </a:xfrm>
            <a:prstGeom prst="line">
              <a:avLst/>
            </a:prstGeom>
            <a:ln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660DBD2-C354-089D-BCCD-3C1AC995C06F}"/>
                </a:ext>
              </a:extLst>
            </p:cNvPr>
            <p:cNvCxnSpPr>
              <a:cxnSpLocks/>
            </p:cNvCxnSpPr>
            <p:nvPr/>
          </p:nvCxnSpPr>
          <p:spPr>
            <a:xfrm>
              <a:off x="2600408" y="3729584"/>
              <a:ext cx="0" cy="25632949"/>
            </a:xfrm>
            <a:prstGeom prst="line">
              <a:avLst/>
            </a:prstGeom>
            <a:ln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439" name="Group 438">
              <a:extLst>
                <a:ext uri="{FF2B5EF4-FFF2-40B4-BE49-F238E27FC236}">
                  <a16:creationId xmlns:a16="http://schemas.microsoft.com/office/drawing/2014/main" id="{D1599E4C-491B-EFDF-9858-94B4A55D1CED}"/>
                </a:ext>
              </a:extLst>
            </p:cNvPr>
            <p:cNvGrpSpPr/>
            <p:nvPr/>
          </p:nvGrpSpPr>
          <p:grpSpPr>
            <a:xfrm>
              <a:off x="12988746" y="18862807"/>
              <a:ext cx="4225471" cy="3192081"/>
              <a:chOff x="11940493" y="4165480"/>
              <a:chExt cx="4225471" cy="3192081"/>
            </a:xfrm>
          </p:grpSpPr>
          <p:cxnSp>
            <p:nvCxnSpPr>
              <p:cNvPr id="440" name="Straight Connector 439">
                <a:extLst>
                  <a:ext uri="{FF2B5EF4-FFF2-40B4-BE49-F238E27FC236}">
                    <a16:creationId xmlns:a16="http://schemas.microsoft.com/office/drawing/2014/main" id="{19984611-3473-FDC0-D20A-E4E7284F7EA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940493" y="4291603"/>
                <a:ext cx="720000" cy="1"/>
              </a:xfrm>
              <a:prstGeom prst="line">
                <a:avLst/>
              </a:prstGeom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1" name="Straight Connector 440">
                <a:extLst>
                  <a:ext uri="{FF2B5EF4-FFF2-40B4-BE49-F238E27FC236}">
                    <a16:creationId xmlns:a16="http://schemas.microsoft.com/office/drawing/2014/main" id="{DF329EBA-764A-4201-35B0-CF51E421C0E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941799" y="4712196"/>
                <a:ext cx="720000" cy="1"/>
              </a:xfrm>
              <a:prstGeom prst="line">
                <a:avLst/>
              </a:prstGeom>
              <a:ln/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</p:cxnSp>
          <p:sp>
            <p:nvSpPr>
              <p:cNvPr id="442" name="Pentagon 441">
                <a:extLst>
                  <a:ext uri="{FF2B5EF4-FFF2-40B4-BE49-F238E27FC236}">
                    <a16:creationId xmlns:a16="http://schemas.microsoft.com/office/drawing/2014/main" id="{9EE1EBCD-0045-1F9D-2D6D-1A4482CF2EAC}"/>
                  </a:ext>
                </a:extLst>
              </p:cNvPr>
              <p:cNvSpPr/>
              <p:nvPr/>
            </p:nvSpPr>
            <p:spPr>
              <a:xfrm>
                <a:off x="12662266" y="4165480"/>
                <a:ext cx="533400" cy="264207"/>
              </a:xfrm>
              <a:prstGeom prst="homePlate">
                <a:avLst/>
              </a:prstGeom>
              <a:solidFill>
                <a:schemeClr val="bg2">
                  <a:lumMod val="50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  <p:sp>
            <p:nvSpPr>
              <p:cNvPr id="443" name="Pentagon 442">
                <a:extLst>
                  <a:ext uri="{FF2B5EF4-FFF2-40B4-BE49-F238E27FC236}">
                    <a16:creationId xmlns:a16="http://schemas.microsoft.com/office/drawing/2014/main" id="{CD79ABF2-4782-C088-278F-27B3123ECE3B}"/>
                  </a:ext>
                </a:extLst>
              </p:cNvPr>
              <p:cNvSpPr/>
              <p:nvPr/>
            </p:nvSpPr>
            <p:spPr>
              <a:xfrm>
                <a:off x="12659981" y="4586595"/>
                <a:ext cx="533400" cy="264207"/>
              </a:xfrm>
              <a:prstGeom prst="homePlate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  <p:sp>
            <p:nvSpPr>
              <p:cNvPr id="444" name="Rectangle 443">
                <a:extLst>
                  <a:ext uri="{FF2B5EF4-FFF2-40B4-BE49-F238E27FC236}">
                    <a16:creationId xmlns:a16="http://schemas.microsoft.com/office/drawing/2014/main" id="{CAE16237-3869-9F3B-D2C8-09F43FD990D9}"/>
                  </a:ext>
                </a:extLst>
              </p:cNvPr>
              <p:cNvSpPr/>
              <p:nvPr/>
            </p:nvSpPr>
            <p:spPr>
              <a:xfrm>
                <a:off x="14977964" y="6661908"/>
                <a:ext cx="1188000" cy="6956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REGISTER</a:t>
                </a:r>
              </a:p>
            </p:txBody>
          </p:sp>
          <p:cxnSp>
            <p:nvCxnSpPr>
              <p:cNvPr id="445" name="Straight Connector 444">
                <a:extLst>
                  <a:ext uri="{FF2B5EF4-FFF2-40B4-BE49-F238E27FC236}">
                    <a16:creationId xmlns:a16="http://schemas.microsoft.com/office/drawing/2014/main" id="{70064FC2-B04C-5227-5A82-D1518E8218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194410" y="4295969"/>
                <a:ext cx="1071892" cy="0"/>
              </a:xfrm>
              <a:prstGeom prst="line">
                <a:avLst/>
              </a:prstGeom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6" name="Straight Connector 445">
                <a:extLst>
                  <a:ext uri="{FF2B5EF4-FFF2-40B4-BE49-F238E27FC236}">
                    <a16:creationId xmlns:a16="http://schemas.microsoft.com/office/drawing/2014/main" id="{613A62AE-CD00-04DE-A457-339AB10DDE6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187733" y="4718697"/>
                <a:ext cx="720000" cy="1"/>
              </a:xfrm>
              <a:prstGeom prst="line">
                <a:avLst/>
              </a:prstGeom>
              <a:ln/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</p:cxnSp>
          <p:cxnSp>
            <p:nvCxnSpPr>
              <p:cNvPr id="447" name="Straight Connector 446">
                <a:extLst>
                  <a:ext uri="{FF2B5EF4-FFF2-40B4-BE49-F238E27FC236}">
                    <a16:creationId xmlns:a16="http://schemas.microsoft.com/office/drawing/2014/main" id="{5FB49628-4A08-5C27-035A-00CAD18E754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3898494" y="4712196"/>
                <a:ext cx="0" cy="2520000"/>
              </a:xfrm>
              <a:prstGeom prst="line">
                <a:avLst/>
              </a:prstGeom>
              <a:ln/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</p:cxnSp>
          <p:cxnSp>
            <p:nvCxnSpPr>
              <p:cNvPr id="448" name="Straight Connector 447">
                <a:extLst>
                  <a:ext uri="{FF2B5EF4-FFF2-40B4-BE49-F238E27FC236}">
                    <a16:creationId xmlns:a16="http://schemas.microsoft.com/office/drawing/2014/main" id="{3D3679BB-DD8E-67F2-7DAE-5702280157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265702" y="4291602"/>
                <a:ext cx="0" cy="2520000"/>
              </a:xfrm>
              <a:prstGeom prst="line">
                <a:avLst/>
              </a:prstGeom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9" name="Straight Connector 448">
                <a:extLst>
                  <a:ext uri="{FF2B5EF4-FFF2-40B4-BE49-F238E27FC236}">
                    <a16:creationId xmlns:a16="http://schemas.microsoft.com/office/drawing/2014/main" id="{34E42E2F-4D41-237C-138F-F1C405FBDA6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257964" y="6808344"/>
                <a:ext cx="720000" cy="1"/>
              </a:xfrm>
              <a:prstGeom prst="line">
                <a:avLst/>
              </a:prstGeom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" name="Straight Connector 449">
                <a:extLst>
                  <a:ext uri="{FF2B5EF4-FFF2-40B4-BE49-F238E27FC236}">
                    <a16:creationId xmlns:a16="http://schemas.microsoft.com/office/drawing/2014/main" id="{0E838C24-77BD-36F4-6DA8-5A6ABD2BC59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889256" y="7224152"/>
                <a:ext cx="1080000" cy="1"/>
              </a:xfrm>
              <a:prstGeom prst="line">
                <a:avLst/>
              </a:prstGeom>
              <a:ln/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</p:cxnSp>
        </p:grpSp>
        <p:grpSp>
          <p:nvGrpSpPr>
            <p:cNvPr id="451" name="Group 450">
              <a:extLst>
                <a:ext uri="{FF2B5EF4-FFF2-40B4-BE49-F238E27FC236}">
                  <a16:creationId xmlns:a16="http://schemas.microsoft.com/office/drawing/2014/main" id="{CA28760C-0F8D-AF52-CF8C-D5E7751FD664}"/>
                </a:ext>
              </a:extLst>
            </p:cNvPr>
            <p:cNvGrpSpPr/>
            <p:nvPr/>
          </p:nvGrpSpPr>
          <p:grpSpPr>
            <a:xfrm>
              <a:off x="18509331" y="17569488"/>
              <a:ext cx="1251192" cy="264207"/>
              <a:chOff x="16065384" y="2887401"/>
              <a:chExt cx="1251192" cy="264207"/>
            </a:xfrm>
          </p:grpSpPr>
          <p:cxnSp>
            <p:nvCxnSpPr>
              <p:cNvPr id="452" name="Straight Connector 451">
                <a:extLst>
                  <a:ext uri="{FF2B5EF4-FFF2-40B4-BE49-F238E27FC236}">
                    <a16:creationId xmlns:a16="http://schemas.microsoft.com/office/drawing/2014/main" id="{5ACCCF13-13EE-2DBC-072B-1ADFF1AC559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065384" y="3019506"/>
                <a:ext cx="720000" cy="1"/>
              </a:xfrm>
              <a:prstGeom prst="line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sp>
            <p:nvSpPr>
              <p:cNvPr id="453" name="Pentagon 452">
                <a:extLst>
                  <a:ext uri="{FF2B5EF4-FFF2-40B4-BE49-F238E27FC236}">
                    <a16:creationId xmlns:a16="http://schemas.microsoft.com/office/drawing/2014/main" id="{782BACBB-092B-9946-316C-9CD9801548E0}"/>
                  </a:ext>
                </a:extLst>
              </p:cNvPr>
              <p:cNvSpPr/>
              <p:nvPr/>
            </p:nvSpPr>
            <p:spPr>
              <a:xfrm>
                <a:off x="16783176" y="2887401"/>
                <a:ext cx="533400" cy="264207"/>
              </a:xfrm>
              <a:prstGeom prst="homePlate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</p:grpSp>
        <p:grpSp>
          <p:nvGrpSpPr>
            <p:cNvPr id="454" name="Group 453">
              <a:extLst>
                <a:ext uri="{FF2B5EF4-FFF2-40B4-BE49-F238E27FC236}">
                  <a16:creationId xmlns:a16="http://schemas.microsoft.com/office/drawing/2014/main" id="{5751B678-A9CE-223C-7C25-85C9F2A3E236}"/>
                </a:ext>
              </a:extLst>
            </p:cNvPr>
            <p:cNvGrpSpPr/>
            <p:nvPr/>
          </p:nvGrpSpPr>
          <p:grpSpPr>
            <a:xfrm>
              <a:off x="3006813" y="15982788"/>
              <a:ext cx="17816676" cy="6796759"/>
              <a:chOff x="1955858" y="1292975"/>
              <a:chExt cx="17816676" cy="6796759"/>
            </a:xfrm>
          </p:grpSpPr>
          <p:cxnSp>
            <p:nvCxnSpPr>
              <p:cNvPr id="455" name="Elbow Connector 454">
                <a:extLst>
                  <a:ext uri="{FF2B5EF4-FFF2-40B4-BE49-F238E27FC236}">
                    <a16:creationId xmlns:a16="http://schemas.microsoft.com/office/drawing/2014/main" id="{BA778D7A-CCE6-550D-4070-5FD5DAEC3D0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01684" y="1343937"/>
                <a:ext cx="15599713" cy="4991970"/>
              </a:xfrm>
              <a:prstGeom prst="bentConnector3">
                <a:avLst>
                  <a:gd name="adj1" fmla="val 36"/>
                </a:avLst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6" name="Straight Connector 455">
                <a:extLst>
                  <a:ext uri="{FF2B5EF4-FFF2-40B4-BE49-F238E27FC236}">
                    <a16:creationId xmlns:a16="http://schemas.microsoft.com/office/drawing/2014/main" id="{3076C037-6BEC-DF49-E8A1-DEB78C95477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164463" y="7261119"/>
                <a:ext cx="1440000" cy="1"/>
              </a:xfrm>
              <a:prstGeom prst="line">
                <a:avLst/>
              </a:prstGeom>
              <a:ln/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</p:cxnSp>
          <p:cxnSp>
            <p:nvCxnSpPr>
              <p:cNvPr id="457" name="Straight Connector 456">
                <a:extLst>
                  <a:ext uri="{FF2B5EF4-FFF2-40B4-BE49-F238E27FC236}">
                    <a16:creationId xmlns:a16="http://schemas.microsoft.com/office/drawing/2014/main" id="{B6F9A46E-EC0B-0AC0-0C3C-8417A0B19B2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168543" y="6810653"/>
                <a:ext cx="1440000" cy="1"/>
              </a:xfrm>
              <a:prstGeom prst="line">
                <a:avLst/>
              </a:prstGeom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8" name="Rectangle 457">
                <a:extLst>
                  <a:ext uri="{FF2B5EF4-FFF2-40B4-BE49-F238E27FC236}">
                    <a16:creationId xmlns:a16="http://schemas.microsoft.com/office/drawing/2014/main" id="{1A7929BC-2661-A0EA-169E-92774E013BC8}"/>
                  </a:ext>
                </a:extLst>
              </p:cNvPr>
              <p:cNvSpPr/>
              <p:nvPr/>
            </p:nvSpPr>
            <p:spPr>
              <a:xfrm>
                <a:off x="17612534" y="5929734"/>
                <a:ext cx="2160000" cy="2160000"/>
              </a:xfrm>
              <a:prstGeom prst="rect">
                <a:avLst/>
              </a:prstGeom>
              <a:ln>
                <a:solidFill>
                  <a:srgbClr val="032333"/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dirty="0"/>
                  <a:t>CONFIDENCE COMPUTER GREEN</a:t>
                </a:r>
              </a:p>
            </p:txBody>
          </p:sp>
          <p:sp>
            <p:nvSpPr>
              <p:cNvPr id="459" name="Oval 458">
                <a:extLst>
                  <a:ext uri="{FF2B5EF4-FFF2-40B4-BE49-F238E27FC236}">
                    <a16:creationId xmlns:a16="http://schemas.microsoft.com/office/drawing/2014/main" id="{E2BF7A80-34C3-3AD2-E60A-65C800B89CD7}"/>
                  </a:ext>
                </a:extLst>
              </p:cNvPr>
              <p:cNvSpPr/>
              <p:nvPr/>
            </p:nvSpPr>
            <p:spPr>
              <a:xfrm>
                <a:off x="1955858" y="1292975"/>
                <a:ext cx="108000" cy="108000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460" name="Group 459">
              <a:extLst>
                <a:ext uri="{FF2B5EF4-FFF2-40B4-BE49-F238E27FC236}">
                  <a16:creationId xmlns:a16="http://schemas.microsoft.com/office/drawing/2014/main" id="{402CC2B6-E329-A05B-55AF-AF03FE47EE84}"/>
                </a:ext>
              </a:extLst>
            </p:cNvPr>
            <p:cNvGrpSpPr/>
            <p:nvPr/>
          </p:nvGrpSpPr>
          <p:grpSpPr>
            <a:xfrm>
              <a:off x="3061380" y="16033750"/>
              <a:ext cx="20099614" cy="10543339"/>
              <a:chOff x="2013127" y="1336423"/>
              <a:chExt cx="20099614" cy="10543339"/>
            </a:xfrm>
          </p:grpSpPr>
          <p:cxnSp>
            <p:nvCxnSpPr>
              <p:cNvPr id="461" name="Straight Connector 460">
                <a:extLst>
                  <a:ext uri="{FF2B5EF4-FFF2-40B4-BE49-F238E27FC236}">
                    <a16:creationId xmlns:a16="http://schemas.microsoft.com/office/drawing/2014/main" id="{705BA2B7-06C4-D0B7-F0BF-76ECA64F3F1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6525334" y="7261119"/>
                <a:ext cx="0" cy="3600000"/>
              </a:xfrm>
              <a:prstGeom prst="line">
                <a:avLst/>
              </a:prstGeom>
              <a:ln/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</p:cxnSp>
          <p:cxnSp>
            <p:nvCxnSpPr>
              <p:cNvPr id="462" name="Straight Connector 461">
                <a:extLst>
                  <a:ext uri="{FF2B5EF4-FFF2-40B4-BE49-F238E27FC236}">
                    <a16:creationId xmlns:a16="http://schemas.microsoft.com/office/drawing/2014/main" id="{56B82CF2-A723-9C79-7217-5A3C2ECAE7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885334" y="6810899"/>
                <a:ext cx="0" cy="3600000"/>
              </a:xfrm>
              <a:prstGeom prst="line">
                <a:avLst/>
              </a:prstGeom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3" name="Elbow Connector 462">
                <a:extLst>
                  <a:ext uri="{FF2B5EF4-FFF2-40B4-BE49-F238E27FC236}">
                    <a16:creationId xmlns:a16="http://schemas.microsoft.com/office/drawing/2014/main" id="{6192A480-39F7-961F-B2B1-3864B55499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13127" y="1336423"/>
                <a:ext cx="15597254" cy="8626010"/>
              </a:xfrm>
              <a:prstGeom prst="bentConnector3">
                <a:avLst>
                  <a:gd name="adj1" fmla="val -3"/>
                </a:avLst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4" name="Straight Connector 463">
                <a:extLst>
                  <a:ext uri="{FF2B5EF4-FFF2-40B4-BE49-F238E27FC236}">
                    <a16:creationId xmlns:a16="http://schemas.microsoft.com/office/drawing/2014/main" id="{74B71D05-7A7F-AA67-D46A-7C7A6C4A6C9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80605" y="6389484"/>
                <a:ext cx="720000" cy="1"/>
              </a:xfrm>
              <a:prstGeom prst="line">
                <a:avLst/>
              </a:prstGeom>
              <a:ln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</p:cxnSp>
          <p:sp>
            <p:nvSpPr>
              <p:cNvPr id="465" name="Pentagon 464">
                <a:extLst>
                  <a:ext uri="{FF2B5EF4-FFF2-40B4-BE49-F238E27FC236}">
                    <a16:creationId xmlns:a16="http://schemas.microsoft.com/office/drawing/2014/main" id="{677B5394-2E4C-FA0F-CAE6-084797A3D490}"/>
                  </a:ext>
                </a:extLst>
              </p:cNvPr>
              <p:cNvSpPr/>
              <p:nvPr/>
            </p:nvSpPr>
            <p:spPr>
              <a:xfrm>
                <a:off x="20502932" y="6263883"/>
                <a:ext cx="533400" cy="264207"/>
              </a:xfrm>
              <a:prstGeom prst="homePlate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cxnSp>
            <p:nvCxnSpPr>
              <p:cNvPr id="466" name="Straight Connector 465">
                <a:extLst>
                  <a:ext uri="{FF2B5EF4-FFF2-40B4-BE49-F238E27FC236}">
                    <a16:creationId xmlns:a16="http://schemas.microsoft.com/office/drawing/2014/main" id="{BA8C9AD5-6C59-C1D9-3302-DF0AA67EE30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74687" y="6821464"/>
                <a:ext cx="720000" cy="1"/>
              </a:xfrm>
              <a:prstGeom prst="line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sp>
            <p:nvSpPr>
              <p:cNvPr id="467" name="Pentagon 466">
                <a:extLst>
                  <a:ext uri="{FF2B5EF4-FFF2-40B4-BE49-F238E27FC236}">
                    <a16:creationId xmlns:a16="http://schemas.microsoft.com/office/drawing/2014/main" id="{C6B88E19-9100-8BD8-6512-9BB551998A37}"/>
                  </a:ext>
                </a:extLst>
              </p:cNvPr>
              <p:cNvSpPr/>
              <p:nvPr/>
            </p:nvSpPr>
            <p:spPr>
              <a:xfrm>
                <a:off x="20500605" y="6695341"/>
                <a:ext cx="533400" cy="264207"/>
              </a:xfrm>
              <a:prstGeom prst="homePlate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468" name="Rectangle 467">
                <a:extLst>
                  <a:ext uri="{FF2B5EF4-FFF2-40B4-BE49-F238E27FC236}">
                    <a16:creationId xmlns:a16="http://schemas.microsoft.com/office/drawing/2014/main" id="{4C8CEB9E-8B53-7BFF-1A7A-70C7F01460D2}"/>
                  </a:ext>
                </a:extLst>
              </p:cNvPr>
              <p:cNvSpPr/>
              <p:nvPr/>
            </p:nvSpPr>
            <p:spPr>
              <a:xfrm>
                <a:off x="17606840" y="9719762"/>
                <a:ext cx="2160000" cy="2160000"/>
              </a:xfrm>
              <a:prstGeom prst="rect">
                <a:avLst/>
              </a:prstGeom>
              <a:ln>
                <a:solidFill>
                  <a:srgbClr val="032333"/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dirty="0"/>
                  <a:t>DISPARITY ESTIMATOR GREEN</a:t>
                </a:r>
              </a:p>
            </p:txBody>
          </p:sp>
          <p:cxnSp>
            <p:nvCxnSpPr>
              <p:cNvPr id="469" name="Straight Connector 468">
                <a:extLst>
                  <a:ext uri="{FF2B5EF4-FFF2-40B4-BE49-F238E27FC236}">
                    <a16:creationId xmlns:a16="http://schemas.microsoft.com/office/drawing/2014/main" id="{C71D4C4D-5415-5E40-2818-B3AF78C7FB5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879465" y="10407410"/>
                <a:ext cx="720000" cy="1"/>
              </a:xfrm>
              <a:prstGeom prst="line">
                <a:avLst/>
              </a:prstGeom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0" name="Straight Connector 469">
                <a:extLst>
                  <a:ext uri="{FF2B5EF4-FFF2-40B4-BE49-F238E27FC236}">
                    <a16:creationId xmlns:a16="http://schemas.microsoft.com/office/drawing/2014/main" id="{402D9772-FAD9-C83E-762B-3EF2D4C9124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519465" y="10853810"/>
                <a:ext cx="1080000" cy="1"/>
              </a:xfrm>
              <a:prstGeom prst="line">
                <a:avLst/>
              </a:prstGeom>
              <a:ln/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</p:cxnSp>
          <p:cxnSp>
            <p:nvCxnSpPr>
              <p:cNvPr id="471" name="Straight Connector 470">
                <a:extLst>
                  <a:ext uri="{FF2B5EF4-FFF2-40B4-BE49-F238E27FC236}">
                    <a16:creationId xmlns:a16="http://schemas.microsoft.com/office/drawing/2014/main" id="{C96449C2-D39E-75F4-45B9-6BC5E9BC17A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032741" y="6393716"/>
                <a:ext cx="1080000" cy="1"/>
              </a:xfrm>
              <a:prstGeom prst="line">
                <a:avLst/>
              </a:prstGeom>
              <a:ln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</p:cxnSp>
          <p:cxnSp>
            <p:nvCxnSpPr>
              <p:cNvPr id="472" name="Straight Connector 471">
                <a:extLst>
                  <a:ext uri="{FF2B5EF4-FFF2-40B4-BE49-F238E27FC236}">
                    <a16:creationId xmlns:a16="http://schemas.microsoft.com/office/drawing/2014/main" id="{F25199CB-0E77-6EE5-F1A0-FC6C1DBA2EA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037843" y="6825697"/>
                <a:ext cx="720000" cy="1"/>
              </a:xfrm>
              <a:prstGeom prst="line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cxnSp>
            <p:nvCxnSpPr>
              <p:cNvPr id="473" name="Straight Connector 472">
                <a:extLst>
                  <a:ext uri="{FF2B5EF4-FFF2-40B4-BE49-F238E27FC236}">
                    <a16:creationId xmlns:a16="http://schemas.microsoft.com/office/drawing/2014/main" id="{730BABCA-CA79-2EC4-B3D4-DEAA6A1A16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757843" y="6817806"/>
                <a:ext cx="0" cy="1800000"/>
              </a:xfrm>
              <a:prstGeom prst="line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cxnSp>
            <p:nvCxnSpPr>
              <p:cNvPr id="474" name="Straight Connector 473">
                <a:extLst>
                  <a:ext uri="{FF2B5EF4-FFF2-40B4-BE49-F238E27FC236}">
                    <a16:creationId xmlns:a16="http://schemas.microsoft.com/office/drawing/2014/main" id="{DA9E3FDA-1196-97AE-0FCE-39C8A4058B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112741" y="6384513"/>
                <a:ext cx="0" cy="2520000"/>
              </a:xfrm>
              <a:prstGeom prst="line">
                <a:avLst/>
              </a:prstGeom>
              <a:ln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</p:cxnSp>
          <p:cxnSp>
            <p:nvCxnSpPr>
              <p:cNvPr id="475" name="Straight Connector 474">
                <a:extLst>
                  <a:ext uri="{FF2B5EF4-FFF2-40B4-BE49-F238E27FC236}">
                    <a16:creationId xmlns:a16="http://schemas.microsoft.com/office/drawing/2014/main" id="{062B817E-504F-0731-DB41-76E2FA6B0B4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007033" y="8617806"/>
                <a:ext cx="5760000" cy="0"/>
              </a:xfrm>
              <a:prstGeom prst="line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cxnSp>
            <p:nvCxnSpPr>
              <p:cNvPr id="476" name="Straight Connector 475">
                <a:extLst>
                  <a:ext uri="{FF2B5EF4-FFF2-40B4-BE49-F238E27FC236}">
                    <a16:creationId xmlns:a16="http://schemas.microsoft.com/office/drawing/2014/main" id="{31FDDB3D-D620-BBCF-F025-B211EBDF69B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641931" y="8897614"/>
                <a:ext cx="6469039" cy="0"/>
              </a:xfrm>
              <a:prstGeom prst="line">
                <a:avLst/>
              </a:prstGeom>
              <a:ln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</p:cxnSp>
          <p:cxnSp>
            <p:nvCxnSpPr>
              <p:cNvPr id="477" name="Straight Connector 476">
                <a:extLst>
                  <a:ext uri="{FF2B5EF4-FFF2-40B4-BE49-F238E27FC236}">
                    <a16:creationId xmlns:a16="http://schemas.microsoft.com/office/drawing/2014/main" id="{1C657633-D5EF-785A-AC11-6507D4A755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014939" y="8617806"/>
                <a:ext cx="0" cy="2689200"/>
              </a:xfrm>
              <a:prstGeom prst="line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cxnSp>
            <p:nvCxnSpPr>
              <p:cNvPr id="478" name="Straight Connector 477">
                <a:extLst>
                  <a:ext uri="{FF2B5EF4-FFF2-40B4-BE49-F238E27FC236}">
                    <a16:creationId xmlns:a16="http://schemas.microsoft.com/office/drawing/2014/main" id="{FDC6B543-FBD7-80AA-411D-AF0DBC441C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007033" y="11296721"/>
                <a:ext cx="1599807" cy="0"/>
              </a:xfrm>
              <a:prstGeom prst="line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cxnSp>
            <p:nvCxnSpPr>
              <p:cNvPr id="479" name="Straight Connector 478">
                <a:extLst>
                  <a:ext uri="{FF2B5EF4-FFF2-40B4-BE49-F238E27FC236}">
                    <a16:creationId xmlns:a16="http://schemas.microsoft.com/office/drawing/2014/main" id="{ED14EE77-832A-E621-2FE1-D389D70320C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651598" y="8897614"/>
                <a:ext cx="0" cy="2862000"/>
              </a:xfrm>
              <a:prstGeom prst="line">
                <a:avLst/>
              </a:prstGeom>
              <a:ln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</p:cxnSp>
          <p:cxnSp>
            <p:nvCxnSpPr>
              <p:cNvPr id="480" name="Straight Connector 479">
                <a:extLst>
                  <a:ext uri="{FF2B5EF4-FFF2-40B4-BE49-F238E27FC236}">
                    <a16:creationId xmlns:a16="http://schemas.microsoft.com/office/drawing/2014/main" id="{8228B605-7A91-D0CC-678A-CF12F59D402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651598" y="11749916"/>
                <a:ext cx="1964909" cy="1"/>
              </a:xfrm>
              <a:prstGeom prst="line">
                <a:avLst/>
              </a:prstGeom>
              <a:ln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</p:cxnSp>
          <p:sp>
            <p:nvSpPr>
              <p:cNvPr id="481" name="Oval 480">
                <a:extLst>
                  <a:ext uri="{FF2B5EF4-FFF2-40B4-BE49-F238E27FC236}">
                    <a16:creationId xmlns:a16="http://schemas.microsoft.com/office/drawing/2014/main" id="{199AA001-296C-84C5-EFFE-721ACE83275E}"/>
                  </a:ext>
                </a:extLst>
              </p:cNvPr>
              <p:cNvSpPr/>
              <p:nvPr/>
            </p:nvSpPr>
            <p:spPr>
              <a:xfrm>
                <a:off x="16471334" y="7207119"/>
                <a:ext cx="108000" cy="108000"/>
              </a:xfrm>
              <a:prstGeom prst="ellipse">
                <a:avLst/>
              </a:prstGeom>
              <a:solidFill>
                <a:srgbClr val="024059"/>
              </a:solidFill>
              <a:ln>
                <a:solidFill>
                  <a:srgbClr val="024059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2" name="Oval 481">
                <a:extLst>
                  <a:ext uri="{FF2B5EF4-FFF2-40B4-BE49-F238E27FC236}">
                    <a16:creationId xmlns:a16="http://schemas.microsoft.com/office/drawing/2014/main" id="{8122F3F0-0207-281E-F189-4349F4CD8ECC}"/>
                  </a:ext>
                </a:extLst>
              </p:cNvPr>
              <p:cNvSpPr/>
              <p:nvPr/>
            </p:nvSpPr>
            <p:spPr>
              <a:xfrm>
                <a:off x="16831334" y="6756899"/>
                <a:ext cx="108000" cy="108000"/>
              </a:xfrm>
              <a:prstGeom prst="ellipse">
                <a:avLst/>
              </a:prstGeom>
              <a:solidFill>
                <a:srgbClr val="3A3A3A"/>
              </a:solidFill>
              <a:ln>
                <a:solidFill>
                  <a:srgbClr val="323232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90" name="Group 489">
              <a:extLst>
                <a:ext uri="{FF2B5EF4-FFF2-40B4-BE49-F238E27FC236}">
                  <a16:creationId xmlns:a16="http://schemas.microsoft.com/office/drawing/2014/main" id="{7AE8BE07-7C9B-8DB1-1F03-41198F871A7D}"/>
                </a:ext>
              </a:extLst>
            </p:cNvPr>
            <p:cNvGrpSpPr/>
            <p:nvPr/>
          </p:nvGrpSpPr>
          <p:grpSpPr>
            <a:xfrm>
              <a:off x="3064842" y="9346346"/>
              <a:ext cx="30938588" cy="9144650"/>
              <a:chOff x="2022252" y="-5000532"/>
              <a:chExt cx="30938588" cy="9144650"/>
            </a:xfrm>
          </p:grpSpPr>
          <p:cxnSp>
            <p:nvCxnSpPr>
              <p:cNvPr id="493" name="Straight Connector 492">
                <a:extLst>
                  <a:ext uri="{FF2B5EF4-FFF2-40B4-BE49-F238E27FC236}">
                    <a16:creationId xmlns:a16="http://schemas.microsoft.com/office/drawing/2014/main" id="{87C5A361-9E09-B082-584F-483043F47F7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953767" y="2593428"/>
                <a:ext cx="720000" cy="1"/>
              </a:xfrm>
              <a:prstGeom prst="line">
                <a:avLst/>
              </a:prstGeom>
              <a:ln/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494" name="Straight Connector 493">
                <a:extLst>
                  <a:ext uri="{FF2B5EF4-FFF2-40B4-BE49-F238E27FC236}">
                    <a16:creationId xmlns:a16="http://schemas.microsoft.com/office/drawing/2014/main" id="{964A6985-93A1-9569-C80C-289D9593D86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953767" y="3013003"/>
                <a:ext cx="720000" cy="1"/>
              </a:xfrm>
              <a:prstGeom prst="line">
                <a:avLst/>
              </a:prstGeom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Straight Connector 494">
                <a:extLst>
                  <a:ext uri="{FF2B5EF4-FFF2-40B4-BE49-F238E27FC236}">
                    <a16:creationId xmlns:a16="http://schemas.microsoft.com/office/drawing/2014/main" id="{E47C6A37-1D3C-A99A-58AD-DC4234790E2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953767" y="3440422"/>
                <a:ext cx="720000" cy="1"/>
              </a:xfrm>
              <a:prstGeom prst="line">
                <a:avLst/>
              </a:prstGeom>
              <a:ln/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</p:cxnSp>
          <p:sp>
            <p:nvSpPr>
              <p:cNvPr id="496" name="Pentagon 495">
                <a:extLst>
                  <a:ext uri="{FF2B5EF4-FFF2-40B4-BE49-F238E27FC236}">
                    <a16:creationId xmlns:a16="http://schemas.microsoft.com/office/drawing/2014/main" id="{01719EA4-96D3-9899-6D6E-C5BB0CDB9C29}"/>
                  </a:ext>
                </a:extLst>
              </p:cNvPr>
              <p:cNvSpPr/>
              <p:nvPr/>
            </p:nvSpPr>
            <p:spPr>
              <a:xfrm>
                <a:off x="12671949" y="2464356"/>
                <a:ext cx="533400" cy="264207"/>
              </a:xfrm>
              <a:prstGeom prst="homePlat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  <p:sp>
            <p:nvSpPr>
              <p:cNvPr id="497" name="Pentagon 496">
                <a:extLst>
                  <a:ext uri="{FF2B5EF4-FFF2-40B4-BE49-F238E27FC236}">
                    <a16:creationId xmlns:a16="http://schemas.microsoft.com/office/drawing/2014/main" id="{2754D920-8252-605B-897F-4C3BAA221297}"/>
                  </a:ext>
                </a:extLst>
              </p:cNvPr>
              <p:cNvSpPr/>
              <p:nvPr/>
            </p:nvSpPr>
            <p:spPr>
              <a:xfrm>
                <a:off x="12671949" y="2887402"/>
                <a:ext cx="533400" cy="264207"/>
              </a:xfrm>
              <a:prstGeom prst="homePlate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498" name="Pentagon 497">
                <a:extLst>
                  <a:ext uri="{FF2B5EF4-FFF2-40B4-BE49-F238E27FC236}">
                    <a16:creationId xmlns:a16="http://schemas.microsoft.com/office/drawing/2014/main" id="{B9E82D6F-04C9-F02F-4961-52B33D09A15A}"/>
                  </a:ext>
                </a:extLst>
              </p:cNvPr>
              <p:cNvSpPr/>
              <p:nvPr/>
            </p:nvSpPr>
            <p:spPr>
              <a:xfrm>
                <a:off x="12671949" y="3310448"/>
                <a:ext cx="533400" cy="264207"/>
              </a:xfrm>
              <a:prstGeom prst="homePlate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cxnSp>
            <p:nvCxnSpPr>
              <p:cNvPr id="499" name="Straight Connector 498">
                <a:extLst>
                  <a:ext uri="{FF2B5EF4-FFF2-40B4-BE49-F238E27FC236}">
                    <a16:creationId xmlns:a16="http://schemas.microsoft.com/office/drawing/2014/main" id="{7251A98C-E2C1-D2F8-BED1-4C3C56337CA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953767" y="3875781"/>
                <a:ext cx="720000" cy="1"/>
              </a:xfrm>
              <a:prstGeom prst="line">
                <a:avLst/>
              </a:prstGeom>
              <a:ln>
                <a:solidFill>
                  <a:srgbClr val="03233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0" name="Pentagon 499">
                <a:extLst>
                  <a:ext uri="{FF2B5EF4-FFF2-40B4-BE49-F238E27FC236}">
                    <a16:creationId xmlns:a16="http://schemas.microsoft.com/office/drawing/2014/main" id="{D19E9E22-D909-F062-6009-EA492E20011E}"/>
                  </a:ext>
                </a:extLst>
              </p:cNvPr>
              <p:cNvSpPr/>
              <p:nvPr/>
            </p:nvSpPr>
            <p:spPr>
              <a:xfrm>
                <a:off x="12671949" y="3739746"/>
                <a:ext cx="533400" cy="264207"/>
              </a:xfrm>
              <a:prstGeom prst="homePlat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  <p:cxnSp>
            <p:nvCxnSpPr>
              <p:cNvPr id="501" name="Straight Connector 500">
                <a:extLst>
                  <a:ext uri="{FF2B5EF4-FFF2-40B4-BE49-F238E27FC236}">
                    <a16:creationId xmlns:a16="http://schemas.microsoft.com/office/drawing/2014/main" id="{F3279460-6BBE-9189-CFDD-4354A37B5C8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195067" y="2593428"/>
                <a:ext cx="2160000" cy="1"/>
              </a:xfrm>
              <a:prstGeom prst="line">
                <a:avLst/>
              </a:prstGeom>
              <a:ln/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502" name="Straight Connector 501">
                <a:extLst>
                  <a:ext uri="{FF2B5EF4-FFF2-40B4-BE49-F238E27FC236}">
                    <a16:creationId xmlns:a16="http://schemas.microsoft.com/office/drawing/2014/main" id="{4BE25976-2480-197A-4CDD-C64E2BAE63F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195067" y="3013003"/>
                <a:ext cx="2160000" cy="1"/>
              </a:xfrm>
              <a:prstGeom prst="line">
                <a:avLst/>
              </a:prstGeom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Connector 502">
                <a:extLst>
                  <a:ext uri="{FF2B5EF4-FFF2-40B4-BE49-F238E27FC236}">
                    <a16:creationId xmlns:a16="http://schemas.microsoft.com/office/drawing/2014/main" id="{A0938176-C5DE-8F06-EF3A-69AB1222A21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195067" y="3440422"/>
                <a:ext cx="2160000" cy="1"/>
              </a:xfrm>
              <a:prstGeom prst="line">
                <a:avLst/>
              </a:prstGeom>
              <a:ln/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</p:cxnSp>
          <p:cxnSp>
            <p:nvCxnSpPr>
              <p:cNvPr id="504" name="Straight Connector 503">
                <a:extLst>
                  <a:ext uri="{FF2B5EF4-FFF2-40B4-BE49-F238E27FC236}">
                    <a16:creationId xmlns:a16="http://schemas.microsoft.com/office/drawing/2014/main" id="{D05C43B1-45FD-D9B3-1F1F-C5DF806CE22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195067" y="3875781"/>
                <a:ext cx="2160000" cy="1"/>
              </a:xfrm>
              <a:prstGeom prst="line">
                <a:avLst/>
              </a:prstGeom>
              <a:ln>
                <a:solidFill>
                  <a:srgbClr val="03233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Elbow Connector 504">
                <a:extLst>
                  <a:ext uri="{FF2B5EF4-FFF2-40B4-BE49-F238E27FC236}">
                    <a16:creationId xmlns:a16="http://schemas.microsoft.com/office/drawing/2014/main" id="{5F7E2718-F2DC-BB4F-0048-01FA982791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22252" y="1686811"/>
                <a:ext cx="13328148" cy="471073"/>
              </a:xfrm>
              <a:prstGeom prst="bentConnector3">
                <a:avLst>
                  <a:gd name="adj1" fmla="val 81508"/>
                </a:avLst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06" name="Rectangle 505">
                <a:extLst>
                  <a:ext uri="{FF2B5EF4-FFF2-40B4-BE49-F238E27FC236}">
                    <a16:creationId xmlns:a16="http://schemas.microsoft.com/office/drawing/2014/main" id="{FF36C70C-1595-CDC6-B330-95F19505D222}"/>
                  </a:ext>
                </a:extLst>
              </p:cNvPr>
              <p:cNvSpPr/>
              <p:nvPr/>
            </p:nvSpPr>
            <p:spPr>
              <a:xfrm>
                <a:off x="15346800" y="1984118"/>
                <a:ext cx="2160000" cy="2160000"/>
              </a:xfrm>
              <a:prstGeom prst="rect">
                <a:avLst/>
              </a:prstGeom>
              <a:ln>
                <a:solidFill>
                  <a:srgbClr val="032333"/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dirty="0"/>
                  <a:t>SHARED FRAME STORAGE GREEN</a:t>
                </a:r>
              </a:p>
            </p:txBody>
          </p:sp>
          <p:cxnSp>
            <p:nvCxnSpPr>
              <p:cNvPr id="514" name="Straight Connector 513">
                <a:extLst>
                  <a:ext uri="{FF2B5EF4-FFF2-40B4-BE49-F238E27FC236}">
                    <a16:creationId xmlns:a16="http://schemas.microsoft.com/office/drawing/2014/main" id="{18B79A19-985B-7AE8-D876-DC0605F1A8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957571" y="-4166475"/>
                <a:ext cx="255" cy="4834555"/>
              </a:xfrm>
              <a:prstGeom prst="line">
                <a:avLst/>
              </a:prstGeom>
              <a:ln>
                <a:solidFill>
                  <a:srgbClr val="622C0E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515" name="Straight Connector 514">
                <a:extLst>
                  <a:ext uri="{FF2B5EF4-FFF2-40B4-BE49-F238E27FC236}">
                    <a16:creationId xmlns:a16="http://schemas.microsoft.com/office/drawing/2014/main" id="{5CC781A3-B9FE-BA44-F25F-AB1E4890FCB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3928400" y="659939"/>
                <a:ext cx="19032440" cy="0"/>
              </a:xfrm>
              <a:prstGeom prst="line">
                <a:avLst/>
              </a:prstGeom>
              <a:ln>
                <a:solidFill>
                  <a:srgbClr val="622C0E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516" name="Straight Connector 515">
                <a:extLst>
                  <a:ext uri="{FF2B5EF4-FFF2-40B4-BE49-F238E27FC236}">
                    <a16:creationId xmlns:a16="http://schemas.microsoft.com/office/drawing/2014/main" id="{3FDC37C3-7268-694F-7C79-7E3009466E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935275" y="660706"/>
                <a:ext cx="0" cy="2777293"/>
              </a:xfrm>
              <a:prstGeom prst="line">
                <a:avLst/>
              </a:prstGeom>
              <a:ln>
                <a:solidFill>
                  <a:srgbClr val="622C0E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</p:cxnSp>
          <p:sp>
            <p:nvSpPr>
              <p:cNvPr id="517" name="Oval 516">
                <a:extLst>
                  <a:ext uri="{FF2B5EF4-FFF2-40B4-BE49-F238E27FC236}">
                    <a16:creationId xmlns:a16="http://schemas.microsoft.com/office/drawing/2014/main" id="{B7A97B20-3E51-B29A-2226-9676F11568EB}"/>
                  </a:ext>
                </a:extLst>
              </p:cNvPr>
              <p:cNvSpPr/>
              <p:nvPr/>
            </p:nvSpPr>
            <p:spPr>
              <a:xfrm>
                <a:off x="13881275" y="3383573"/>
                <a:ext cx="108000" cy="108000"/>
              </a:xfrm>
              <a:prstGeom prst="ellipse">
                <a:avLst/>
              </a:prstGeom>
              <a:solidFill>
                <a:srgbClr val="622C0E"/>
              </a:solidFill>
              <a:ln>
                <a:solidFill>
                  <a:srgbClr val="622C0E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19" name="Straight Connector 518">
                <a:extLst>
                  <a:ext uri="{FF2B5EF4-FFF2-40B4-BE49-F238E27FC236}">
                    <a16:creationId xmlns:a16="http://schemas.microsoft.com/office/drawing/2014/main" id="{7247FEF6-7511-6729-8707-446A2F44A5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593006" y="-4596652"/>
                <a:ext cx="0" cy="5643815"/>
              </a:xfrm>
              <a:prstGeom prst="line">
                <a:avLst/>
              </a:prstGeom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0" name="Straight Connector 519">
                <a:extLst>
                  <a:ext uri="{FF2B5EF4-FFF2-40B4-BE49-F238E27FC236}">
                    <a16:creationId xmlns:a16="http://schemas.microsoft.com/office/drawing/2014/main" id="{AFB97D01-81E5-2DBE-CA8A-7E439AE2217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281894" y="1041539"/>
                <a:ext cx="18315811" cy="0"/>
              </a:xfrm>
              <a:prstGeom prst="line">
                <a:avLst/>
              </a:prstGeom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1" name="Straight Connector 520">
                <a:extLst>
                  <a:ext uri="{FF2B5EF4-FFF2-40B4-BE49-F238E27FC236}">
                    <a16:creationId xmlns:a16="http://schemas.microsoft.com/office/drawing/2014/main" id="{3C98991E-B736-F86C-29C0-CB98F524489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281894" y="1036790"/>
                <a:ext cx="0" cy="1987210"/>
              </a:xfrm>
              <a:prstGeom prst="line">
                <a:avLst/>
              </a:prstGeom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2" name="Oval 521">
                <a:extLst>
                  <a:ext uri="{FF2B5EF4-FFF2-40B4-BE49-F238E27FC236}">
                    <a16:creationId xmlns:a16="http://schemas.microsoft.com/office/drawing/2014/main" id="{F6B0625F-4546-C08B-E4A2-409B3A555AA0}"/>
                  </a:ext>
                </a:extLst>
              </p:cNvPr>
              <p:cNvSpPr/>
              <p:nvPr/>
            </p:nvSpPr>
            <p:spPr>
              <a:xfrm>
                <a:off x="14227894" y="2958141"/>
                <a:ext cx="108000" cy="108000"/>
              </a:xfrm>
              <a:prstGeom prst="ellipse">
                <a:avLst/>
              </a:prstGeom>
              <a:solidFill>
                <a:srgbClr val="47D45A"/>
              </a:solidFill>
              <a:ln>
                <a:solidFill>
                  <a:srgbClr val="47D45A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23" name="Straight Connector 522">
                <a:extLst>
                  <a:ext uri="{FF2B5EF4-FFF2-40B4-BE49-F238E27FC236}">
                    <a16:creationId xmlns:a16="http://schemas.microsoft.com/office/drawing/2014/main" id="{E4C4A0E0-36ED-B5D5-FD06-C5A1BFC2E90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2233258" y="-5000532"/>
                <a:ext cx="3332" cy="6406032"/>
              </a:xfrm>
              <a:prstGeom prst="line">
                <a:avLst/>
              </a:prstGeom>
              <a:ln>
                <a:solidFill>
                  <a:srgbClr val="1B440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4" name="Straight Connector 523">
                <a:extLst>
                  <a:ext uri="{FF2B5EF4-FFF2-40B4-BE49-F238E27FC236}">
                    <a16:creationId xmlns:a16="http://schemas.microsoft.com/office/drawing/2014/main" id="{7E601670-3AAB-A1DE-20DB-2AE3AEDF240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650316" y="1401539"/>
                <a:ext cx="17588629" cy="0"/>
              </a:xfrm>
              <a:prstGeom prst="line">
                <a:avLst/>
              </a:prstGeom>
              <a:ln>
                <a:solidFill>
                  <a:srgbClr val="1B440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5" name="Straight Connector 524">
                <a:extLst>
                  <a:ext uri="{FF2B5EF4-FFF2-40B4-BE49-F238E27FC236}">
                    <a16:creationId xmlns:a16="http://schemas.microsoft.com/office/drawing/2014/main" id="{8B11AE0E-7D2D-63C7-9DE7-A75BD247B5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657360" y="1401813"/>
                <a:ext cx="0" cy="1200986"/>
              </a:xfrm>
              <a:prstGeom prst="line">
                <a:avLst/>
              </a:prstGeom>
              <a:ln>
                <a:solidFill>
                  <a:srgbClr val="1B440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6" name="Oval 525">
                <a:extLst>
                  <a:ext uri="{FF2B5EF4-FFF2-40B4-BE49-F238E27FC236}">
                    <a16:creationId xmlns:a16="http://schemas.microsoft.com/office/drawing/2014/main" id="{7A467022-445E-47F8-ECC3-04B06A51D5BA}"/>
                  </a:ext>
                </a:extLst>
              </p:cNvPr>
              <p:cNvSpPr/>
              <p:nvPr/>
            </p:nvSpPr>
            <p:spPr>
              <a:xfrm>
                <a:off x="14603360" y="2537098"/>
                <a:ext cx="108000" cy="108000"/>
              </a:xfrm>
              <a:prstGeom prst="ellipse">
                <a:avLst/>
              </a:prstGeom>
              <a:solidFill>
                <a:srgbClr val="1D440D"/>
              </a:solidFill>
              <a:ln>
                <a:solidFill>
                  <a:srgbClr val="1D440D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527" name="Group 526">
              <a:extLst>
                <a:ext uri="{FF2B5EF4-FFF2-40B4-BE49-F238E27FC236}">
                  <a16:creationId xmlns:a16="http://schemas.microsoft.com/office/drawing/2014/main" id="{7AA84D97-5250-623B-5766-91C68A14C39A}"/>
                </a:ext>
              </a:extLst>
            </p:cNvPr>
            <p:cNvGrpSpPr/>
            <p:nvPr/>
          </p:nvGrpSpPr>
          <p:grpSpPr>
            <a:xfrm>
              <a:off x="20439719" y="9744985"/>
              <a:ext cx="6345528" cy="15945562"/>
              <a:chOff x="19391467" y="-4952340"/>
              <a:chExt cx="6345528" cy="15945562"/>
            </a:xfrm>
          </p:grpSpPr>
          <p:cxnSp>
            <p:nvCxnSpPr>
              <p:cNvPr id="529" name="Straight Connector 528">
                <a:extLst>
                  <a:ext uri="{FF2B5EF4-FFF2-40B4-BE49-F238E27FC236}">
                    <a16:creationId xmlns:a16="http://schemas.microsoft.com/office/drawing/2014/main" id="{4B2ACF60-7C3B-29A3-1091-66E6C80F2E2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77014" y="7246942"/>
                <a:ext cx="720000" cy="1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1" name="Pentagon 530">
                <a:extLst>
                  <a:ext uri="{FF2B5EF4-FFF2-40B4-BE49-F238E27FC236}">
                    <a16:creationId xmlns:a16="http://schemas.microsoft.com/office/drawing/2014/main" id="{65FF97ED-4178-2CAE-EA87-B1A4C27A1E2C}"/>
                  </a:ext>
                </a:extLst>
              </p:cNvPr>
              <p:cNvSpPr/>
              <p:nvPr/>
            </p:nvSpPr>
            <p:spPr>
              <a:xfrm>
                <a:off x="20502932" y="7120819"/>
                <a:ext cx="533400" cy="264207"/>
              </a:xfrm>
              <a:prstGeom prst="homePlate">
                <a:avLst/>
              </a:prstGeom>
              <a:solidFill>
                <a:srgbClr val="FF455A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cxnSp>
            <p:nvCxnSpPr>
              <p:cNvPr id="533" name="Straight Connector 532">
                <a:extLst>
                  <a:ext uri="{FF2B5EF4-FFF2-40B4-BE49-F238E27FC236}">
                    <a16:creationId xmlns:a16="http://schemas.microsoft.com/office/drawing/2014/main" id="{1CDE8ACB-0284-B545-BA51-F14CCA4C582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64131" y="10855138"/>
                <a:ext cx="720000" cy="1"/>
              </a:xfrm>
              <a:prstGeom prst="line">
                <a:avLst/>
              </a:prstGeom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5" name="Pentagon 534">
                <a:extLst>
                  <a:ext uri="{FF2B5EF4-FFF2-40B4-BE49-F238E27FC236}">
                    <a16:creationId xmlns:a16="http://schemas.microsoft.com/office/drawing/2014/main" id="{3C8C8163-A8F2-C767-6190-09E1CCF6B8DC}"/>
                  </a:ext>
                </a:extLst>
              </p:cNvPr>
              <p:cNvSpPr/>
              <p:nvPr/>
            </p:nvSpPr>
            <p:spPr>
              <a:xfrm>
                <a:off x="20488345" y="10729015"/>
                <a:ext cx="533400" cy="264207"/>
              </a:xfrm>
              <a:prstGeom prst="homePlat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cxnSp>
            <p:nvCxnSpPr>
              <p:cNvPr id="541" name="Straight Connector 540">
                <a:extLst>
                  <a:ext uri="{FF2B5EF4-FFF2-40B4-BE49-F238E27FC236}">
                    <a16:creationId xmlns:a16="http://schemas.microsoft.com/office/drawing/2014/main" id="{7E82614B-B436-1657-61ED-509C43571A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032741" y="7253204"/>
                <a:ext cx="4704254" cy="0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3" name="Straight Connector 542">
                <a:extLst>
                  <a:ext uri="{FF2B5EF4-FFF2-40B4-BE49-F238E27FC236}">
                    <a16:creationId xmlns:a16="http://schemas.microsoft.com/office/drawing/2014/main" id="{5D6223EE-1DC1-EC0E-78AB-1930CA8B73C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734878" y="-4952340"/>
                <a:ext cx="0" cy="12216113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7" name="Straight Connector 546">
                <a:extLst>
                  <a:ext uri="{FF2B5EF4-FFF2-40B4-BE49-F238E27FC236}">
                    <a16:creationId xmlns:a16="http://schemas.microsoft.com/office/drawing/2014/main" id="{A11CDAB2-C155-E3CE-E7D5-7FFFCEFA97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017531" y="10860029"/>
                <a:ext cx="3710307" cy="0"/>
              </a:xfrm>
              <a:prstGeom prst="line">
                <a:avLst/>
              </a:prstGeom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8" name="Straight Connector 547">
                <a:extLst>
                  <a:ext uri="{FF2B5EF4-FFF2-40B4-BE49-F238E27FC236}">
                    <a16:creationId xmlns:a16="http://schemas.microsoft.com/office/drawing/2014/main" id="{DD0B68C9-732F-8A71-F710-CE2724F2DC1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722844" y="-4087941"/>
                <a:ext cx="0" cy="14953672"/>
              </a:xfrm>
              <a:prstGeom prst="line">
                <a:avLst/>
              </a:prstGeom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6" name="Oval 555">
                <a:extLst>
                  <a:ext uri="{FF2B5EF4-FFF2-40B4-BE49-F238E27FC236}">
                    <a16:creationId xmlns:a16="http://schemas.microsoft.com/office/drawing/2014/main" id="{0E0D6347-4B5F-A8CD-9A9F-E8551F669631}"/>
                  </a:ext>
                </a:extLst>
              </p:cNvPr>
              <p:cNvSpPr/>
              <p:nvPr/>
            </p:nvSpPr>
            <p:spPr>
              <a:xfrm>
                <a:off x="19391467" y="2951353"/>
                <a:ext cx="108000" cy="108000"/>
              </a:xfrm>
              <a:prstGeom prst="ellipse">
                <a:avLst/>
              </a:prstGeom>
              <a:solidFill>
                <a:srgbClr val="400B3B"/>
              </a:solidFill>
              <a:ln>
                <a:solidFill>
                  <a:srgbClr val="400B3B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58" name="Straight Connector 557">
                <a:extLst>
                  <a:ext uri="{FF2B5EF4-FFF2-40B4-BE49-F238E27FC236}">
                    <a16:creationId xmlns:a16="http://schemas.microsoft.com/office/drawing/2014/main" id="{39C99BCA-CAA9-D8C5-AD8D-0F2B3EF30C9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667860" y="-2795439"/>
                <a:ext cx="0" cy="5800529"/>
              </a:xfrm>
              <a:prstGeom prst="line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</p:grpSp>
        <p:grpSp>
          <p:nvGrpSpPr>
            <p:cNvPr id="584" name="Group 583">
              <a:extLst>
                <a:ext uri="{FF2B5EF4-FFF2-40B4-BE49-F238E27FC236}">
                  <a16:creationId xmlns:a16="http://schemas.microsoft.com/office/drawing/2014/main" id="{2590AE8C-29AC-2568-3673-F92D35666DCC}"/>
                </a:ext>
              </a:extLst>
            </p:cNvPr>
            <p:cNvGrpSpPr/>
            <p:nvPr/>
          </p:nvGrpSpPr>
          <p:grpSpPr>
            <a:xfrm>
              <a:off x="3064842" y="15983656"/>
              <a:ext cx="17428850" cy="3950548"/>
              <a:chOff x="2032430" y="1305591"/>
              <a:chExt cx="17428850" cy="3950548"/>
            </a:xfrm>
          </p:grpSpPr>
          <p:cxnSp>
            <p:nvCxnSpPr>
              <p:cNvPr id="585" name="Straight Connector 584">
                <a:extLst>
                  <a:ext uri="{FF2B5EF4-FFF2-40B4-BE49-F238E27FC236}">
                    <a16:creationId xmlns:a16="http://schemas.microsoft.com/office/drawing/2014/main" id="{911F9D17-8DB1-CAF8-EEEB-C2B96556BEB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372383" y="3448939"/>
                <a:ext cx="0" cy="1807200"/>
              </a:xfrm>
              <a:prstGeom prst="line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cxnSp>
            <p:nvCxnSpPr>
              <p:cNvPr id="586" name="Straight Connector 585">
                <a:extLst>
                  <a:ext uri="{FF2B5EF4-FFF2-40B4-BE49-F238E27FC236}">
                    <a16:creationId xmlns:a16="http://schemas.microsoft.com/office/drawing/2014/main" id="{E279E316-1E3F-5F26-AAD4-7F42CFCA705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451050" y="2622662"/>
                <a:ext cx="720000" cy="1"/>
              </a:xfrm>
              <a:prstGeom prst="line">
                <a:avLst/>
              </a:prstGeom>
              <a:ln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</p:cxnSp>
          <p:sp>
            <p:nvSpPr>
              <p:cNvPr id="587" name="Pentagon 586">
                <a:extLst>
                  <a:ext uri="{FF2B5EF4-FFF2-40B4-BE49-F238E27FC236}">
                    <a16:creationId xmlns:a16="http://schemas.microsoft.com/office/drawing/2014/main" id="{786A7ED9-567A-6B96-A260-A2DDD80A06F8}"/>
                  </a:ext>
                </a:extLst>
              </p:cNvPr>
              <p:cNvSpPr/>
              <p:nvPr/>
            </p:nvSpPr>
            <p:spPr>
              <a:xfrm>
                <a:off x="5924339" y="2490998"/>
                <a:ext cx="533400" cy="264207"/>
              </a:xfrm>
              <a:prstGeom prst="homePlate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cxnSp>
            <p:nvCxnSpPr>
              <p:cNvPr id="588" name="Straight Connector 587">
                <a:extLst>
                  <a:ext uri="{FF2B5EF4-FFF2-40B4-BE49-F238E27FC236}">
                    <a16:creationId xmlns:a16="http://schemas.microsoft.com/office/drawing/2014/main" id="{99ABF791-064D-7DE9-10C2-9268A1F853A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447118" y="3050214"/>
                <a:ext cx="720000" cy="1"/>
              </a:xfrm>
              <a:prstGeom prst="line">
                <a:avLst/>
              </a:prstGeom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sp>
            <p:nvSpPr>
              <p:cNvPr id="589" name="Pentagon 588">
                <a:extLst>
                  <a:ext uri="{FF2B5EF4-FFF2-40B4-BE49-F238E27FC236}">
                    <a16:creationId xmlns:a16="http://schemas.microsoft.com/office/drawing/2014/main" id="{9546AA00-1635-C263-C076-6757E9838331}"/>
                  </a:ext>
                </a:extLst>
              </p:cNvPr>
              <p:cNvSpPr/>
              <p:nvPr/>
            </p:nvSpPr>
            <p:spPr>
              <a:xfrm>
                <a:off x="5914057" y="2916579"/>
                <a:ext cx="533400" cy="264207"/>
              </a:xfrm>
              <a:prstGeom prst="homePlat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cxnSp>
            <p:nvCxnSpPr>
              <p:cNvPr id="590" name="Straight Connector 589">
                <a:extLst>
                  <a:ext uri="{FF2B5EF4-FFF2-40B4-BE49-F238E27FC236}">
                    <a16:creationId xmlns:a16="http://schemas.microsoft.com/office/drawing/2014/main" id="{B1AA279A-0DFD-DC29-FBE6-480FB9266B6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99619" y="2622662"/>
                <a:ext cx="720000" cy="1"/>
              </a:xfrm>
              <a:prstGeom prst="line">
                <a:avLst/>
              </a:prstGeom>
              <a:ln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</p:cxnSp>
          <p:cxnSp>
            <p:nvCxnSpPr>
              <p:cNvPr id="591" name="Straight Connector 590">
                <a:extLst>
                  <a:ext uri="{FF2B5EF4-FFF2-40B4-BE49-F238E27FC236}">
                    <a16:creationId xmlns:a16="http://schemas.microsoft.com/office/drawing/2014/main" id="{5E64AA13-9C5F-D8AD-44C3-3081DA0E97C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04339" y="3048682"/>
                <a:ext cx="720000" cy="1"/>
              </a:xfrm>
              <a:prstGeom prst="line">
                <a:avLst/>
              </a:prstGeom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cxnSp>
            <p:nvCxnSpPr>
              <p:cNvPr id="592" name="Elbow Connector 591">
                <a:extLst>
                  <a:ext uri="{FF2B5EF4-FFF2-40B4-BE49-F238E27FC236}">
                    <a16:creationId xmlns:a16="http://schemas.microsoft.com/office/drawing/2014/main" id="{8B5AA744-D062-65CB-816D-9145D8A8B03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32430" y="1353568"/>
                <a:ext cx="7038136" cy="885710"/>
              </a:xfrm>
              <a:prstGeom prst="bentConnector3">
                <a:avLst>
                  <a:gd name="adj1" fmla="val 58481"/>
                </a:avLst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3" name="Straight Connector 592">
                <a:extLst>
                  <a:ext uri="{FF2B5EF4-FFF2-40B4-BE49-F238E27FC236}">
                    <a16:creationId xmlns:a16="http://schemas.microsoft.com/office/drawing/2014/main" id="{17466544-FDDA-B692-623A-F1FC5202DBB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362101" y="3455445"/>
                <a:ext cx="720000" cy="1"/>
              </a:xfrm>
              <a:prstGeom prst="line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cxnSp>
            <p:nvCxnSpPr>
              <p:cNvPr id="594" name="Straight Connector 593">
                <a:extLst>
                  <a:ext uri="{FF2B5EF4-FFF2-40B4-BE49-F238E27FC236}">
                    <a16:creationId xmlns:a16="http://schemas.microsoft.com/office/drawing/2014/main" id="{3A71AB86-B5B1-3980-0899-2CA96963DA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72383" y="5248939"/>
                <a:ext cx="11088000" cy="0"/>
              </a:xfrm>
              <a:prstGeom prst="line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sp>
            <p:nvSpPr>
              <p:cNvPr id="595" name="Rectangle 594">
                <a:extLst>
                  <a:ext uri="{FF2B5EF4-FFF2-40B4-BE49-F238E27FC236}">
                    <a16:creationId xmlns:a16="http://schemas.microsoft.com/office/drawing/2014/main" id="{24B25FD2-C320-B018-1B62-D6F996CFB73C}"/>
                  </a:ext>
                </a:extLst>
              </p:cNvPr>
              <p:cNvSpPr/>
              <p:nvPr/>
            </p:nvSpPr>
            <p:spPr>
              <a:xfrm>
                <a:off x="7175920" y="2485121"/>
                <a:ext cx="1188000" cy="6956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REGISTER</a:t>
                </a:r>
              </a:p>
            </p:txBody>
          </p:sp>
          <p:cxnSp>
            <p:nvCxnSpPr>
              <p:cNvPr id="596" name="Straight Connector 595">
                <a:extLst>
                  <a:ext uri="{FF2B5EF4-FFF2-40B4-BE49-F238E27FC236}">
                    <a16:creationId xmlns:a16="http://schemas.microsoft.com/office/drawing/2014/main" id="{A78F69D9-FCFA-C8D8-C471-A18686C53AF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362101" y="2635627"/>
                <a:ext cx="720000" cy="1"/>
              </a:xfrm>
              <a:prstGeom prst="line">
                <a:avLst/>
              </a:prstGeom>
              <a:ln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</p:cxnSp>
          <p:cxnSp>
            <p:nvCxnSpPr>
              <p:cNvPr id="597" name="Straight Connector 596">
                <a:extLst>
                  <a:ext uri="{FF2B5EF4-FFF2-40B4-BE49-F238E27FC236}">
                    <a16:creationId xmlns:a16="http://schemas.microsoft.com/office/drawing/2014/main" id="{71BCA39C-D48D-8F5A-8B1C-88D0E005345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372383" y="3064118"/>
                <a:ext cx="720000" cy="1"/>
              </a:xfrm>
              <a:prstGeom prst="line">
                <a:avLst/>
              </a:prstGeom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cxnSp>
            <p:nvCxnSpPr>
              <p:cNvPr id="598" name="Straight Connector 597">
                <a:extLst>
                  <a:ext uri="{FF2B5EF4-FFF2-40B4-BE49-F238E27FC236}">
                    <a16:creationId xmlns:a16="http://schemas.microsoft.com/office/drawing/2014/main" id="{48075130-8819-BCB1-4FCA-2C7F04FA47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706879" y="3024350"/>
                <a:ext cx="754401" cy="0"/>
              </a:xfrm>
              <a:prstGeom prst="line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cxnSp>
            <p:nvCxnSpPr>
              <p:cNvPr id="599" name="Straight Connector 598">
                <a:extLst>
                  <a:ext uri="{FF2B5EF4-FFF2-40B4-BE49-F238E27FC236}">
                    <a16:creationId xmlns:a16="http://schemas.microsoft.com/office/drawing/2014/main" id="{824A7BFE-1442-FD09-0979-3B4456E0A48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458000" y="3023147"/>
                <a:ext cx="0" cy="2231981"/>
              </a:xfrm>
              <a:prstGeom prst="line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sp>
            <p:nvSpPr>
              <p:cNvPr id="600" name="Rectangle 599">
                <a:extLst>
                  <a:ext uri="{FF2B5EF4-FFF2-40B4-BE49-F238E27FC236}">
                    <a16:creationId xmlns:a16="http://schemas.microsoft.com/office/drawing/2014/main" id="{FF6AE52D-A8D7-973A-761A-3145A6903469}"/>
                  </a:ext>
                </a:extLst>
              </p:cNvPr>
              <p:cNvSpPr/>
              <p:nvPr/>
            </p:nvSpPr>
            <p:spPr>
              <a:xfrm>
                <a:off x="9074367" y="2091619"/>
                <a:ext cx="2880000" cy="2880000"/>
              </a:xfrm>
              <a:prstGeom prst="rect">
                <a:avLst/>
              </a:prstGeom>
              <a:ln>
                <a:solidFill>
                  <a:srgbClr val="032333"/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dirty="0"/>
                  <a:t>EPI COMPILER GREEN</a:t>
                </a:r>
              </a:p>
            </p:txBody>
          </p:sp>
          <p:sp>
            <p:nvSpPr>
              <p:cNvPr id="601" name="Oval 600">
                <a:extLst>
                  <a:ext uri="{FF2B5EF4-FFF2-40B4-BE49-F238E27FC236}">
                    <a16:creationId xmlns:a16="http://schemas.microsoft.com/office/drawing/2014/main" id="{411640A2-43DF-47E9-089F-100C09D7239C}"/>
                  </a:ext>
                </a:extLst>
              </p:cNvPr>
              <p:cNvSpPr/>
              <p:nvPr/>
            </p:nvSpPr>
            <p:spPr>
              <a:xfrm>
                <a:off x="6096244" y="1305591"/>
                <a:ext cx="108000" cy="108000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692" name="Group 691">
              <a:extLst>
                <a:ext uri="{FF2B5EF4-FFF2-40B4-BE49-F238E27FC236}">
                  <a16:creationId xmlns:a16="http://schemas.microsoft.com/office/drawing/2014/main" id="{4FAB5D5D-BD22-9F28-9165-341E5CE2EB0C}"/>
                </a:ext>
              </a:extLst>
            </p:cNvPr>
            <p:cNvGrpSpPr/>
            <p:nvPr/>
          </p:nvGrpSpPr>
          <p:grpSpPr>
            <a:xfrm>
              <a:off x="31305600" y="9296047"/>
              <a:ext cx="3773718" cy="2272791"/>
              <a:chOff x="28425768" y="9296047"/>
              <a:chExt cx="3773718" cy="2272791"/>
            </a:xfrm>
          </p:grpSpPr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EEA992AC-DECE-3AC0-FA0A-C0986AAC24F0}"/>
                  </a:ext>
                </a:extLst>
              </p:cNvPr>
              <p:cNvGrpSpPr/>
              <p:nvPr/>
            </p:nvGrpSpPr>
            <p:grpSpPr>
              <a:xfrm>
                <a:off x="28425768" y="10471565"/>
                <a:ext cx="3773718" cy="1097273"/>
                <a:chOff x="27068082" y="9178084"/>
                <a:chExt cx="3773718" cy="1097273"/>
              </a:xfrm>
            </p:grpSpPr>
            <p:cxnSp>
              <p:nvCxnSpPr>
                <p:cNvPr id="234" name="Straight Connector 233">
                  <a:extLst>
                    <a:ext uri="{FF2B5EF4-FFF2-40B4-BE49-F238E27FC236}">
                      <a16:creationId xmlns:a16="http://schemas.microsoft.com/office/drawing/2014/main" id="{B15C4321-B3AF-3DD9-492A-216A32A6BDC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7068082" y="9311087"/>
                  <a:ext cx="3240000" cy="1"/>
                </a:xfrm>
                <a:prstGeom prst="line">
                  <a:avLst/>
                </a:prstGeom>
                <a:ln>
                  <a:solidFill>
                    <a:srgbClr val="052808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5" name="Straight Connector 234">
                  <a:extLst>
                    <a:ext uri="{FF2B5EF4-FFF2-40B4-BE49-F238E27FC236}">
                      <a16:creationId xmlns:a16="http://schemas.microsoft.com/office/drawing/2014/main" id="{DFCDE1DB-F54B-B9A3-213E-337B17E751F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7068082" y="9727812"/>
                  <a:ext cx="3240000" cy="1"/>
                </a:xfrm>
                <a:prstGeom prst="line">
                  <a:avLst/>
                </a:prstGeom>
                <a:ln>
                  <a:solidFill>
                    <a:srgbClr val="024059"/>
                  </a:solidFill>
                </a:ln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</p:cxnSp>
            <p:cxnSp>
              <p:nvCxnSpPr>
                <p:cNvPr id="236" name="Straight Connector 235">
                  <a:extLst>
                    <a:ext uri="{FF2B5EF4-FFF2-40B4-BE49-F238E27FC236}">
                      <a16:creationId xmlns:a16="http://schemas.microsoft.com/office/drawing/2014/main" id="{947B3DE4-3D7E-CA83-54C2-0718DBC3FA9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7068082" y="10144699"/>
                  <a:ext cx="3240000" cy="1"/>
                </a:xfrm>
                <a:prstGeom prst="line">
                  <a:avLst/>
                </a:prstGeom>
                <a:ln>
                  <a:solidFill>
                    <a:srgbClr val="400B3B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37" name="Pentagon 236">
                  <a:extLst>
                    <a:ext uri="{FF2B5EF4-FFF2-40B4-BE49-F238E27FC236}">
                      <a16:creationId xmlns:a16="http://schemas.microsoft.com/office/drawing/2014/main" id="{3E6C7D03-3FE2-EF8A-3AF5-CAAA9CCF2989}"/>
                    </a:ext>
                  </a:extLst>
                </p:cNvPr>
                <p:cNvSpPr/>
                <p:nvPr/>
              </p:nvSpPr>
              <p:spPr>
                <a:xfrm>
                  <a:off x="30308400" y="9178084"/>
                  <a:ext cx="533400" cy="264207"/>
                </a:xfrm>
                <a:prstGeom prst="homePlate">
                  <a:avLst/>
                </a:prstGeom>
              </p:spPr>
              <p:style>
                <a:lnRef idx="2">
                  <a:schemeClr val="accent3">
                    <a:shade val="15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238" name="Pentagon 237">
                  <a:extLst>
                    <a:ext uri="{FF2B5EF4-FFF2-40B4-BE49-F238E27FC236}">
                      <a16:creationId xmlns:a16="http://schemas.microsoft.com/office/drawing/2014/main" id="{7E088A10-29A3-E863-CE39-0E9EBBB57FF4}"/>
                    </a:ext>
                  </a:extLst>
                </p:cNvPr>
                <p:cNvSpPr/>
                <p:nvPr/>
              </p:nvSpPr>
              <p:spPr>
                <a:xfrm>
                  <a:off x="30308400" y="9594617"/>
                  <a:ext cx="533400" cy="264207"/>
                </a:xfrm>
                <a:prstGeom prst="homePlate">
                  <a:avLst/>
                </a:prstGeom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239" name="Pentagon 238">
                  <a:extLst>
                    <a:ext uri="{FF2B5EF4-FFF2-40B4-BE49-F238E27FC236}">
                      <a16:creationId xmlns:a16="http://schemas.microsoft.com/office/drawing/2014/main" id="{00BA924A-512B-3503-B204-7B3320F2C3E2}"/>
                    </a:ext>
                  </a:extLst>
                </p:cNvPr>
                <p:cNvSpPr/>
                <p:nvPr/>
              </p:nvSpPr>
              <p:spPr>
                <a:xfrm>
                  <a:off x="30308400" y="10011150"/>
                  <a:ext cx="533400" cy="264207"/>
                </a:xfrm>
                <a:prstGeom prst="homePlate">
                  <a:avLst/>
                </a:prstGeom>
              </p:spPr>
              <p:style>
                <a:lnRef idx="2">
                  <a:schemeClr val="accent5">
                    <a:shade val="15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</p:grpSp>
          <p:sp>
            <p:nvSpPr>
              <p:cNvPr id="643" name="Oval 642">
                <a:extLst>
                  <a:ext uri="{FF2B5EF4-FFF2-40B4-BE49-F238E27FC236}">
                    <a16:creationId xmlns:a16="http://schemas.microsoft.com/office/drawing/2014/main" id="{ACD8C718-04A0-642D-E1C5-642E86024667}"/>
                  </a:ext>
                </a:extLst>
              </p:cNvPr>
              <p:cNvSpPr/>
              <p:nvPr/>
            </p:nvSpPr>
            <p:spPr>
              <a:xfrm>
                <a:off x="30341488" y="9296047"/>
                <a:ext cx="108000" cy="108000"/>
              </a:xfrm>
              <a:prstGeom prst="ellipse">
                <a:avLst/>
              </a:prstGeom>
              <a:solidFill>
                <a:srgbClr val="1D440D"/>
              </a:solidFill>
              <a:ln>
                <a:solidFill>
                  <a:srgbClr val="1D440D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50" name="Oval 649">
                <a:extLst>
                  <a:ext uri="{FF2B5EF4-FFF2-40B4-BE49-F238E27FC236}">
                    <a16:creationId xmlns:a16="http://schemas.microsoft.com/office/drawing/2014/main" id="{A9A229ED-A3C5-5FB5-1DF4-F3839FEA1957}"/>
                  </a:ext>
                </a:extLst>
              </p:cNvPr>
              <p:cNvSpPr/>
              <p:nvPr/>
            </p:nvSpPr>
            <p:spPr>
              <a:xfrm>
                <a:off x="31066056" y="10131663"/>
                <a:ext cx="108000" cy="108000"/>
              </a:xfrm>
              <a:prstGeom prst="ellipse">
                <a:avLst/>
              </a:prstGeom>
              <a:solidFill>
                <a:srgbClr val="622C0E"/>
              </a:solidFill>
              <a:ln>
                <a:solidFill>
                  <a:srgbClr val="622C0E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51" name="Oval 650">
                <a:extLst>
                  <a:ext uri="{FF2B5EF4-FFF2-40B4-BE49-F238E27FC236}">
                    <a16:creationId xmlns:a16="http://schemas.microsoft.com/office/drawing/2014/main" id="{8BC7F7FE-3E6F-9446-D6A8-40B08BD616E3}"/>
                  </a:ext>
                </a:extLst>
              </p:cNvPr>
              <p:cNvSpPr/>
              <p:nvPr/>
            </p:nvSpPr>
            <p:spPr>
              <a:xfrm>
                <a:off x="30702348" y="9713631"/>
                <a:ext cx="108000" cy="108000"/>
              </a:xfrm>
              <a:prstGeom prst="ellipse">
                <a:avLst/>
              </a:prstGeom>
              <a:solidFill>
                <a:srgbClr val="47D45A"/>
              </a:solidFill>
              <a:ln>
                <a:solidFill>
                  <a:srgbClr val="47D45A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682" name="Rectangle 681">
              <a:extLst>
                <a:ext uri="{FF2B5EF4-FFF2-40B4-BE49-F238E27FC236}">
                  <a16:creationId xmlns:a16="http://schemas.microsoft.com/office/drawing/2014/main" id="{DABEA700-ABFB-4F7C-9244-AC1DA246F6AA}"/>
                </a:ext>
              </a:extLst>
            </p:cNvPr>
            <p:cNvSpPr/>
            <p:nvPr/>
          </p:nvSpPr>
          <p:spPr>
            <a:xfrm>
              <a:off x="4819133" y="16513048"/>
              <a:ext cx="1440000" cy="1440000"/>
            </a:xfrm>
            <a:prstGeom prst="rect">
              <a:avLst/>
            </a:prstGeom>
            <a:ln>
              <a:solidFill>
                <a:srgbClr val="032333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200" dirty="0"/>
                <a:t>LOW PASS FILTER GREEN</a:t>
              </a:r>
            </a:p>
          </p:txBody>
        </p:sp>
        <p:cxnSp>
          <p:nvCxnSpPr>
            <p:cNvPr id="717" name="Straight Connector 716">
              <a:extLst>
                <a:ext uri="{FF2B5EF4-FFF2-40B4-BE49-F238E27FC236}">
                  <a16:creationId xmlns:a16="http://schemas.microsoft.com/office/drawing/2014/main" id="{109997CB-718D-A8D8-E663-B3C2C1C32D9B}"/>
                </a:ext>
              </a:extLst>
            </p:cNvPr>
            <p:cNvCxnSpPr>
              <a:cxnSpLocks/>
            </p:cNvCxnSpPr>
            <p:nvPr/>
          </p:nvCxnSpPr>
          <p:spPr>
            <a:xfrm>
              <a:off x="20487437" y="17702415"/>
              <a:ext cx="4235999" cy="0"/>
            </a:xfrm>
            <a:prstGeom prst="line">
              <a:avLst/>
            </a:prstGeom>
            <a:ln/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sp>
          <p:nvSpPr>
            <p:cNvPr id="724" name="Oval 723">
              <a:extLst>
                <a:ext uri="{FF2B5EF4-FFF2-40B4-BE49-F238E27FC236}">
                  <a16:creationId xmlns:a16="http://schemas.microsoft.com/office/drawing/2014/main" id="{7D662D60-3A99-2AD4-D301-46971BA1B9F4}"/>
                </a:ext>
              </a:extLst>
            </p:cNvPr>
            <p:cNvSpPr/>
            <p:nvPr/>
          </p:nvSpPr>
          <p:spPr>
            <a:xfrm>
              <a:off x="24667007" y="11839335"/>
              <a:ext cx="108000" cy="108000"/>
            </a:xfrm>
            <a:prstGeom prst="ellipse">
              <a:avLst/>
            </a:prstGeom>
            <a:solidFill>
              <a:srgbClr val="400B3B"/>
            </a:solidFill>
            <a:ln>
              <a:solidFill>
                <a:srgbClr val="400B3B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31" name="Oval 730">
              <a:extLst>
                <a:ext uri="{FF2B5EF4-FFF2-40B4-BE49-F238E27FC236}">
                  <a16:creationId xmlns:a16="http://schemas.microsoft.com/office/drawing/2014/main" id="{CF069862-3A3B-AC1C-1DDD-9B224DFC5563}"/>
                </a:ext>
              </a:extLst>
            </p:cNvPr>
            <p:cNvSpPr/>
            <p:nvPr/>
          </p:nvSpPr>
          <p:spPr>
            <a:xfrm>
              <a:off x="25712854" y="10551707"/>
              <a:ext cx="108000" cy="108000"/>
            </a:xfrm>
            <a:prstGeom prst="ellipse">
              <a:avLst/>
            </a:prstGeom>
            <a:solidFill>
              <a:srgbClr val="D86ECC"/>
            </a:solidFill>
            <a:ln>
              <a:solidFill>
                <a:srgbClr val="D86ECC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1" name="Oval 740">
              <a:extLst>
                <a:ext uri="{FF2B5EF4-FFF2-40B4-BE49-F238E27FC236}">
                  <a16:creationId xmlns:a16="http://schemas.microsoft.com/office/drawing/2014/main" id="{105B9E31-741F-379F-51EA-51CF3F03E1C4}"/>
                </a:ext>
              </a:extLst>
            </p:cNvPr>
            <p:cNvSpPr/>
            <p:nvPr/>
          </p:nvSpPr>
          <p:spPr>
            <a:xfrm>
              <a:off x="26731247" y="9689005"/>
              <a:ext cx="108000" cy="1080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839" name="Straight Connector 838">
              <a:extLst>
                <a:ext uri="{FF2B5EF4-FFF2-40B4-BE49-F238E27FC236}">
                  <a16:creationId xmlns:a16="http://schemas.microsoft.com/office/drawing/2014/main" id="{1E3F2D51-EFAB-7BAA-D792-9BF5DB6B4B1F}"/>
                </a:ext>
              </a:extLst>
            </p:cNvPr>
            <p:cNvCxnSpPr>
              <a:cxnSpLocks/>
            </p:cNvCxnSpPr>
            <p:nvPr/>
          </p:nvCxnSpPr>
          <p:spPr>
            <a:xfrm>
              <a:off x="2601238" y="29362533"/>
              <a:ext cx="2218725" cy="0"/>
            </a:xfrm>
            <a:prstGeom prst="line">
              <a:avLst/>
            </a:prstGeom>
            <a:ln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40" name="Straight Connector 839">
              <a:extLst>
                <a:ext uri="{FF2B5EF4-FFF2-40B4-BE49-F238E27FC236}">
                  <a16:creationId xmlns:a16="http://schemas.microsoft.com/office/drawing/2014/main" id="{E05C9FCB-755E-CDA2-BFE2-26FE3B1C55AA}"/>
                </a:ext>
              </a:extLst>
            </p:cNvPr>
            <p:cNvCxnSpPr>
              <a:cxnSpLocks/>
            </p:cNvCxnSpPr>
            <p:nvPr/>
          </p:nvCxnSpPr>
          <p:spPr>
            <a:xfrm>
              <a:off x="2117346" y="29795415"/>
              <a:ext cx="2702616" cy="0"/>
            </a:xfrm>
            <a:prstGeom prst="line">
              <a:avLst/>
            </a:prstGeom>
            <a:ln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</p:cxnSp>
        <p:cxnSp>
          <p:nvCxnSpPr>
            <p:cNvPr id="841" name="Straight Connector 840">
              <a:extLst>
                <a:ext uri="{FF2B5EF4-FFF2-40B4-BE49-F238E27FC236}">
                  <a16:creationId xmlns:a16="http://schemas.microsoft.com/office/drawing/2014/main" id="{C8844FBD-7E65-31FA-8CDD-F9D97B7722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58180" y="28994255"/>
              <a:ext cx="1761782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842" name="Group 841">
              <a:extLst>
                <a:ext uri="{FF2B5EF4-FFF2-40B4-BE49-F238E27FC236}">
                  <a16:creationId xmlns:a16="http://schemas.microsoft.com/office/drawing/2014/main" id="{DA0051F6-2E92-34C5-CA57-20EC5C904207}"/>
                </a:ext>
              </a:extLst>
            </p:cNvPr>
            <p:cNvGrpSpPr/>
            <p:nvPr/>
          </p:nvGrpSpPr>
          <p:grpSpPr>
            <a:xfrm>
              <a:off x="12989575" y="30992292"/>
              <a:ext cx="4225471" cy="3192081"/>
              <a:chOff x="11940493" y="4165480"/>
              <a:chExt cx="4225471" cy="3192081"/>
            </a:xfrm>
          </p:grpSpPr>
          <p:cxnSp>
            <p:nvCxnSpPr>
              <p:cNvPr id="843" name="Straight Connector 842">
                <a:extLst>
                  <a:ext uri="{FF2B5EF4-FFF2-40B4-BE49-F238E27FC236}">
                    <a16:creationId xmlns:a16="http://schemas.microsoft.com/office/drawing/2014/main" id="{680A366B-181E-C7BA-AA06-183A1329DF2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940493" y="4291603"/>
                <a:ext cx="720000" cy="1"/>
              </a:xfrm>
              <a:prstGeom prst="line">
                <a:avLst/>
              </a:prstGeom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4" name="Straight Connector 843">
                <a:extLst>
                  <a:ext uri="{FF2B5EF4-FFF2-40B4-BE49-F238E27FC236}">
                    <a16:creationId xmlns:a16="http://schemas.microsoft.com/office/drawing/2014/main" id="{6B24DD8E-4F10-0BE8-190E-13BCE3EDB00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941799" y="4712196"/>
                <a:ext cx="720000" cy="1"/>
              </a:xfrm>
              <a:prstGeom prst="line">
                <a:avLst/>
              </a:prstGeom>
              <a:ln/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</p:cxnSp>
          <p:sp>
            <p:nvSpPr>
              <p:cNvPr id="845" name="Pentagon 844">
                <a:extLst>
                  <a:ext uri="{FF2B5EF4-FFF2-40B4-BE49-F238E27FC236}">
                    <a16:creationId xmlns:a16="http://schemas.microsoft.com/office/drawing/2014/main" id="{CEFCFE31-F818-95D0-BA8E-523AF1E3F331}"/>
                  </a:ext>
                </a:extLst>
              </p:cNvPr>
              <p:cNvSpPr/>
              <p:nvPr/>
            </p:nvSpPr>
            <p:spPr>
              <a:xfrm>
                <a:off x="12662266" y="4165480"/>
                <a:ext cx="533400" cy="264207"/>
              </a:xfrm>
              <a:prstGeom prst="homePlate">
                <a:avLst/>
              </a:prstGeom>
              <a:solidFill>
                <a:schemeClr val="bg2">
                  <a:lumMod val="50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  <p:sp>
            <p:nvSpPr>
              <p:cNvPr id="846" name="Pentagon 845">
                <a:extLst>
                  <a:ext uri="{FF2B5EF4-FFF2-40B4-BE49-F238E27FC236}">
                    <a16:creationId xmlns:a16="http://schemas.microsoft.com/office/drawing/2014/main" id="{719FF7D9-CDC4-20C2-D1BC-1F3B726E7860}"/>
                  </a:ext>
                </a:extLst>
              </p:cNvPr>
              <p:cNvSpPr/>
              <p:nvPr/>
            </p:nvSpPr>
            <p:spPr>
              <a:xfrm>
                <a:off x="12659981" y="4586595"/>
                <a:ext cx="533400" cy="264207"/>
              </a:xfrm>
              <a:prstGeom prst="homePlate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  <p:sp>
            <p:nvSpPr>
              <p:cNvPr id="847" name="Rectangle 846">
                <a:extLst>
                  <a:ext uri="{FF2B5EF4-FFF2-40B4-BE49-F238E27FC236}">
                    <a16:creationId xmlns:a16="http://schemas.microsoft.com/office/drawing/2014/main" id="{526AD9AC-32E5-8361-FAE2-08C9AA43F7B3}"/>
                  </a:ext>
                </a:extLst>
              </p:cNvPr>
              <p:cNvSpPr/>
              <p:nvPr/>
            </p:nvSpPr>
            <p:spPr>
              <a:xfrm>
                <a:off x="14977964" y="6661908"/>
                <a:ext cx="1188000" cy="6956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REGISTER</a:t>
                </a:r>
              </a:p>
            </p:txBody>
          </p:sp>
          <p:cxnSp>
            <p:nvCxnSpPr>
              <p:cNvPr id="848" name="Straight Connector 847">
                <a:extLst>
                  <a:ext uri="{FF2B5EF4-FFF2-40B4-BE49-F238E27FC236}">
                    <a16:creationId xmlns:a16="http://schemas.microsoft.com/office/drawing/2014/main" id="{4C4E97BA-2B8F-F908-A7FF-097B890930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194410" y="4295969"/>
                <a:ext cx="1071892" cy="0"/>
              </a:xfrm>
              <a:prstGeom prst="line">
                <a:avLst/>
              </a:prstGeom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9" name="Straight Connector 848">
                <a:extLst>
                  <a:ext uri="{FF2B5EF4-FFF2-40B4-BE49-F238E27FC236}">
                    <a16:creationId xmlns:a16="http://schemas.microsoft.com/office/drawing/2014/main" id="{4AFFF512-101A-837D-7368-25737AA858C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187733" y="4718697"/>
                <a:ext cx="720000" cy="1"/>
              </a:xfrm>
              <a:prstGeom prst="line">
                <a:avLst/>
              </a:prstGeom>
              <a:ln/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</p:cxnSp>
          <p:cxnSp>
            <p:nvCxnSpPr>
              <p:cNvPr id="850" name="Straight Connector 849">
                <a:extLst>
                  <a:ext uri="{FF2B5EF4-FFF2-40B4-BE49-F238E27FC236}">
                    <a16:creationId xmlns:a16="http://schemas.microsoft.com/office/drawing/2014/main" id="{BB0CF8B6-5139-9F2B-3B79-FFBEAE5AD63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3898494" y="4712196"/>
                <a:ext cx="0" cy="2520000"/>
              </a:xfrm>
              <a:prstGeom prst="line">
                <a:avLst/>
              </a:prstGeom>
              <a:ln/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</p:cxnSp>
          <p:cxnSp>
            <p:nvCxnSpPr>
              <p:cNvPr id="851" name="Straight Connector 850">
                <a:extLst>
                  <a:ext uri="{FF2B5EF4-FFF2-40B4-BE49-F238E27FC236}">
                    <a16:creationId xmlns:a16="http://schemas.microsoft.com/office/drawing/2014/main" id="{06974FC7-095A-02EC-64D5-FB491E59510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265702" y="4291602"/>
                <a:ext cx="0" cy="2520000"/>
              </a:xfrm>
              <a:prstGeom prst="line">
                <a:avLst/>
              </a:prstGeom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2" name="Straight Connector 851">
                <a:extLst>
                  <a:ext uri="{FF2B5EF4-FFF2-40B4-BE49-F238E27FC236}">
                    <a16:creationId xmlns:a16="http://schemas.microsoft.com/office/drawing/2014/main" id="{D64525C2-473F-63A0-80C9-1BA4CD812DA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257964" y="6808344"/>
                <a:ext cx="720000" cy="1"/>
              </a:xfrm>
              <a:prstGeom prst="line">
                <a:avLst/>
              </a:prstGeom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3" name="Straight Connector 852">
                <a:extLst>
                  <a:ext uri="{FF2B5EF4-FFF2-40B4-BE49-F238E27FC236}">
                    <a16:creationId xmlns:a16="http://schemas.microsoft.com/office/drawing/2014/main" id="{23496E16-CB21-7181-0F6A-BE30CEB814B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889256" y="7224152"/>
                <a:ext cx="1080000" cy="1"/>
              </a:xfrm>
              <a:prstGeom prst="line">
                <a:avLst/>
              </a:prstGeom>
              <a:ln/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</p:cxnSp>
        </p:grpSp>
        <p:grpSp>
          <p:nvGrpSpPr>
            <p:cNvPr id="854" name="Group 853">
              <a:extLst>
                <a:ext uri="{FF2B5EF4-FFF2-40B4-BE49-F238E27FC236}">
                  <a16:creationId xmlns:a16="http://schemas.microsoft.com/office/drawing/2014/main" id="{D1D94BAF-A8C4-9350-429E-D456B4E0EAFF}"/>
                </a:ext>
              </a:extLst>
            </p:cNvPr>
            <p:cNvGrpSpPr/>
            <p:nvPr/>
          </p:nvGrpSpPr>
          <p:grpSpPr>
            <a:xfrm>
              <a:off x="18510160" y="29698973"/>
              <a:ext cx="1251192" cy="264207"/>
              <a:chOff x="16065384" y="2887401"/>
              <a:chExt cx="1251192" cy="264207"/>
            </a:xfrm>
          </p:grpSpPr>
          <p:cxnSp>
            <p:nvCxnSpPr>
              <p:cNvPr id="855" name="Straight Connector 854">
                <a:extLst>
                  <a:ext uri="{FF2B5EF4-FFF2-40B4-BE49-F238E27FC236}">
                    <a16:creationId xmlns:a16="http://schemas.microsoft.com/office/drawing/2014/main" id="{3F03F141-CA81-0967-A09F-13A321CF8BA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065384" y="3019506"/>
                <a:ext cx="720000" cy="1"/>
              </a:xfrm>
              <a:prstGeom prst="line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sp>
            <p:nvSpPr>
              <p:cNvPr id="856" name="Pentagon 855">
                <a:extLst>
                  <a:ext uri="{FF2B5EF4-FFF2-40B4-BE49-F238E27FC236}">
                    <a16:creationId xmlns:a16="http://schemas.microsoft.com/office/drawing/2014/main" id="{E55C04C1-C464-AF9B-EB91-020781D135C9}"/>
                  </a:ext>
                </a:extLst>
              </p:cNvPr>
              <p:cNvSpPr/>
              <p:nvPr/>
            </p:nvSpPr>
            <p:spPr>
              <a:xfrm>
                <a:off x="16783176" y="2887401"/>
                <a:ext cx="533400" cy="264207"/>
              </a:xfrm>
              <a:prstGeom prst="homePlate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</p:grpSp>
        <p:grpSp>
          <p:nvGrpSpPr>
            <p:cNvPr id="857" name="Group 856">
              <a:extLst>
                <a:ext uri="{FF2B5EF4-FFF2-40B4-BE49-F238E27FC236}">
                  <a16:creationId xmlns:a16="http://schemas.microsoft.com/office/drawing/2014/main" id="{DA8284DA-35E8-0292-453F-7796E0ECC244}"/>
                </a:ext>
              </a:extLst>
            </p:cNvPr>
            <p:cNvGrpSpPr/>
            <p:nvPr/>
          </p:nvGrpSpPr>
          <p:grpSpPr>
            <a:xfrm>
              <a:off x="3004180" y="28111971"/>
              <a:ext cx="17820138" cy="6797061"/>
              <a:chOff x="1952396" y="1292673"/>
              <a:chExt cx="17820138" cy="6797061"/>
            </a:xfrm>
          </p:grpSpPr>
          <p:cxnSp>
            <p:nvCxnSpPr>
              <p:cNvPr id="858" name="Elbow Connector 857">
                <a:extLst>
                  <a:ext uri="{FF2B5EF4-FFF2-40B4-BE49-F238E27FC236}">
                    <a16:creationId xmlns:a16="http://schemas.microsoft.com/office/drawing/2014/main" id="{177859E6-69D6-7236-DD9A-683747E70D3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06396" y="1344997"/>
                <a:ext cx="15600444" cy="4990910"/>
              </a:xfrm>
              <a:prstGeom prst="bentConnector3">
                <a:avLst>
                  <a:gd name="adj1" fmla="val -4"/>
                </a:avLst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9" name="Straight Connector 858">
                <a:extLst>
                  <a:ext uri="{FF2B5EF4-FFF2-40B4-BE49-F238E27FC236}">
                    <a16:creationId xmlns:a16="http://schemas.microsoft.com/office/drawing/2014/main" id="{54B82D96-42D5-083E-8FC5-B1A0F630548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164463" y="7261119"/>
                <a:ext cx="1440000" cy="1"/>
              </a:xfrm>
              <a:prstGeom prst="line">
                <a:avLst/>
              </a:prstGeom>
              <a:ln/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</p:cxnSp>
          <p:cxnSp>
            <p:nvCxnSpPr>
              <p:cNvPr id="860" name="Straight Connector 859">
                <a:extLst>
                  <a:ext uri="{FF2B5EF4-FFF2-40B4-BE49-F238E27FC236}">
                    <a16:creationId xmlns:a16="http://schemas.microsoft.com/office/drawing/2014/main" id="{4E7BF60C-FD40-5E49-2CD4-07F61C7393C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168543" y="6810653"/>
                <a:ext cx="1440000" cy="1"/>
              </a:xfrm>
              <a:prstGeom prst="line">
                <a:avLst/>
              </a:prstGeom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61" name="Rectangle 860">
                <a:extLst>
                  <a:ext uri="{FF2B5EF4-FFF2-40B4-BE49-F238E27FC236}">
                    <a16:creationId xmlns:a16="http://schemas.microsoft.com/office/drawing/2014/main" id="{2B6C40BE-799A-EED8-AF47-5328FE9A36E8}"/>
                  </a:ext>
                </a:extLst>
              </p:cNvPr>
              <p:cNvSpPr/>
              <p:nvPr/>
            </p:nvSpPr>
            <p:spPr>
              <a:xfrm>
                <a:off x="17612534" y="5929734"/>
                <a:ext cx="2160000" cy="2160000"/>
              </a:xfrm>
              <a:prstGeom prst="rect">
                <a:avLst/>
              </a:prstGeom>
              <a:ln>
                <a:solidFill>
                  <a:srgbClr val="032333"/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dirty="0"/>
                  <a:t>CONFIDENCE COMPUTER BLUE</a:t>
                </a:r>
              </a:p>
            </p:txBody>
          </p:sp>
          <p:sp>
            <p:nvSpPr>
              <p:cNvPr id="862" name="Oval 861">
                <a:extLst>
                  <a:ext uri="{FF2B5EF4-FFF2-40B4-BE49-F238E27FC236}">
                    <a16:creationId xmlns:a16="http://schemas.microsoft.com/office/drawing/2014/main" id="{A3E2DD5A-581C-5DD1-9B9D-F4A719144044}"/>
                  </a:ext>
                </a:extLst>
              </p:cNvPr>
              <p:cNvSpPr/>
              <p:nvPr/>
            </p:nvSpPr>
            <p:spPr>
              <a:xfrm>
                <a:off x="1952396" y="1292673"/>
                <a:ext cx="108000" cy="108000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863" name="Group 862">
              <a:extLst>
                <a:ext uri="{FF2B5EF4-FFF2-40B4-BE49-F238E27FC236}">
                  <a16:creationId xmlns:a16="http://schemas.microsoft.com/office/drawing/2014/main" id="{85E4716B-371C-0093-01D2-9808842C7567}"/>
                </a:ext>
              </a:extLst>
            </p:cNvPr>
            <p:cNvGrpSpPr/>
            <p:nvPr/>
          </p:nvGrpSpPr>
          <p:grpSpPr>
            <a:xfrm>
              <a:off x="3058180" y="28164295"/>
              <a:ext cx="20103643" cy="10542279"/>
              <a:chOff x="2009098" y="1337483"/>
              <a:chExt cx="20103643" cy="10542279"/>
            </a:xfrm>
          </p:grpSpPr>
          <p:cxnSp>
            <p:nvCxnSpPr>
              <p:cNvPr id="864" name="Straight Connector 863">
                <a:extLst>
                  <a:ext uri="{FF2B5EF4-FFF2-40B4-BE49-F238E27FC236}">
                    <a16:creationId xmlns:a16="http://schemas.microsoft.com/office/drawing/2014/main" id="{A0575D81-F779-0865-6B04-9F4E6A8824A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6525334" y="7261119"/>
                <a:ext cx="0" cy="3600000"/>
              </a:xfrm>
              <a:prstGeom prst="line">
                <a:avLst/>
              </a:prstGeom>
              <a:ln/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</p:cxnSp>
          <p:cxnSp>
            <p:nvCxnSpPr>
              <p:cNvPr id="865" name="Straight Connector 864">
                <a:extLst>
                  <a:ext uri="{FF2B5EF4-FFF2-40B4-BE49-F238E27FC236}">
                    <a16:creationId xmlns:a16="http://schemas.microsoft.com/office/drawing/2014/main" id="{FF8AC0D7-14D3-9014-F90C-2B9A7760438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885334" y="6810899"/>
                <a:ext cx="0" cy="3600000"/>
              </a:xfrm>
              <a:prstGeom prst="line">
                <a:avLst/>
              </a:prstGeom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6" name="Elbow Connector 865">
                <a:extLst>
                  <a:ext uri="{FF2B5EF4-FFF2-40B4-BE49-F238E27FC236}">
                    <a16:creationId xmlns:a16="http://schemas.microsoft.com/office/drawing/2014/main" id="{2CF6624A-3CC2-AF63-9A79-D96C1584265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09098" y="1337483"/>
                <a:ext cx="15601283" cy="8624950"/>
              </a:xfrm>
              <a:prstGeom prst="bentConnector3">
                <a:avLst>
                  <a:gd name="adj1" fmla="val -13"/>
                </a:avLst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7" name="Straight Connector 866">
                <a:extLst>
                  <a:ext uri="{FF2B5EF4-FFF2-40B4-BE49-F238E27FC236}">
                    <a16:creationId xmlns:a16="http://schemas.microsoft.com/office/drawing/2014/main" id="{28424D3C-2261-A109-2677-A2D45A8A8BA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80605" y="6389484"/>
                <a:ext cx="720000" cy="1"/>
              </a:xfrm>
              <a:prstGeom prst="line">
                <a:avLst/>
              </a:prstGeom>
              <a:ln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</p:cxnSp>
          <p:sp>
            <p:nvSpPr>
              <p:cNvPr id="868" name="Pentagon 867">
                <a:extLst>
                  <a:ext uri="{FF2B5EF4-FFF2-40B4-BE49-F238E27FC236}">
                    <a16:creationId xmlns:a16="http://schemas.microsoft.com/office/drawing/2014/main" id="{A883F988-2EF8-5380-D948-3578C049ED8A}"/>
                  </a:ext>
                </a:extLst>
              </p:cNvPr>
              <p:cNvSpPr/>
              <p:nvPr/>
            </p:nvSpPr>
            <p:spPr>
              <a:xfrm>
                <a:off x="20502932" y="6263883"/>
                <a:ext cx="533400" cy="264207"/>
              </a:xfrm>
              <a:prstGeom prst="homePlate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cxnSp>
            <p:nvCxnSpPr>
              <p:cNvPr id="869" name="Straight Connector 868">
                <a:extLst>
                  <a:ext uri="{FF2B5EF4-FFF2-40B4-BE49-F238E27FC236}">
                    <a16:creationId xmlns:a16="http://schemas.microsoft.com/office/drawing/2014/main" id="{D9FE62A4-B4A0-08D3-9411-053C39058EC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74687" y="6821464"/>
                <a:ext cx="720000" cy="1"/>
              </a:xfrm>
              <a:prstGeom prst="line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sp>
            <p:nvSpPr>
              <p:cNvPr id="870" name="Pentagon 869">
                <a:extLst>
                  <a:ext uri="{FF2B5EF4-FFF2-40B4-BE49-F238E27FC236}">
                    <a16:creationId xmlns:a16="http://schemas.microsoft.com/office/drawing/2014/main" id="{3D09F756-1D85-3D94-2146-896AE1B751D5}"/>
                  </a:ext>
                </a:extLst>
              </p:cNvPr>
              <p:cNvSpPr/>
              <p:nvPr/>
            </p:nvSpPr>
            <p:spPr>
              <a:xfrm>
                <a:off x="20500605" y="6695341"/>
                <a:ext cx="533400" cy="264207"/>
              </a:xfrm>
              <a:prstGeom prst="homePlate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871" name="Rectangle 870">
                <a:extLst>
                  <a:ext uri="{FF2B5EF4-FFF2-40B4-BE49-F238E27FC236}">
                    <a16:creationId xmlns:a16="http://schemas.microsoft.com/office/drawing/2014/main" id="{942135BF-E6AD-4D0B-C725-41EE945A5756}"/>
                  </a:ext>
                </a:extLst>
              </p:cNvPr>
              <p:cNvSpPr/>
              <p:nvPr/>
            </p:nvSpPr>
            <p:spPr>
              <a:xfrm>
                <a:off x="17606840" y="9719762"/>
                <a:ext cx="2160000" cy="2160000"/>
              </a:xfrm>
              <a:prstGeom prst="rect">
                <a:avLst/>
              </a:prstGeom>
              <a:ln>
                <a:solidFill>
                  <a:srgbClr val="032333"/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dirty="0"/>
                  <a:t>DISPARITY ESTIMATOR BLUE</a:t>
                </a:r>
              </a:p>
            </p:txBody>
          </p:sp>
          <p:cxnSp>
            <p:nvCxnSpPr>
              <p:cNvPr id="872" name="Straight Connector 871">
                <a:extLst>
                  <a:ext uri="{FF2B5EF4-FFF2-40B4-BE49-F238E27FC236}">
                    <a16:creationId xmlns:a16="http://schemas.microsoft.com/office/drawing/2014/main" id="{63FB6B76-FC99-D7BB-3DFF-AEDE0ABF07C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879465" y="10407410"/>
                <a:ext cx="720000" cy="1"/>
              </a:xfrm>
              <a:prstGeom prst="line">
                <a:avLst/>
              </a:prstGeom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3" name="Straight Connector 872">
                <a:extLst>
                  <a:ext uri="{FF2B5EF4-FFF2-40B4-BE49-F238E27FC236}">
                    <a16:creationId xmlns:a16="http://schemas.microsoft.com/office/drawing/2014/main" id="{026869DB-37BC-AA28-9799-A0E76DCCEB7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519465" y="10853810"/>
                <a:ext cx="1080000" cy="1"/>
              </a:xfrm>
              <a:prstGeom prst="line">
                <a:avLst/>
              </a:prstGeom>
              <a:ln/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</p:cxnSp>
          <p:cxnSp>
            <p:nvCxnSpPr>
              <p:cNvPr id="874" name="Straight Connector 873">
                <a:extLst>
                  <a:ext uri="{FF2B5EF4-FFF2-40B4-BE49-F238E27FC236}">
                    <a16:creationId xmlns:a16="http://schemas.microsoft.com/office/drawing/2014/main" id="{35D61CCA-4E84-4145-0AF7-919B967ACDB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032741" y="6393716"/>
                <a:ext cx="1080000" cy="1"/>
              </a:xfrm>
              <a:prstGeom prst="line">
                <a:avLst/>
              </a:prstGeom>
              <a:ln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</p:cxnSp>
          <p:cxnSp>
            <p:nvCxnSpPr>
              <p:cNvPr id="875" name="Straight Connector 874">
                <a:extLst>
                  <a:ext uri="{FF2B5EF4-FFF2-40B4-BE49-F238E27FC236}">
                    <a16:creationId xmlns:a16="http://schemas.microsoft.com/office/drawing/2014/main" id="{A7EA8342-86CA-E096-7B34-87B477A8C76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037843" y="6825697"/>
                <a:ext cx="720000" cy="1"/>
              </a:xfrm>
              <a:prstGeom prst="line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cxnSp>
            <p:nvCxnSpPr>
              <p:cNvPr id="876" name="Straight Connector 875">
                <a:extLst>
                  <a:ext uri="{FF2B5EF4-FFF2-40B4-BE49-F238E27FC236}">
                    <a16:creationId xmlns:a16="http://schemas.microsoft.com/office/drawing/2014/main" id="{B7FD0D29-E096-CAF5-E591-B7D1602BB6C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757843" y="6817806"/>
                <a:ext cx="0" cy="1800000"/>
              </a:xfrm>
              <a:prstGeom prst="line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cxnSp>
            <p:nvCxnSpPr>
              <p:cNvPr id="877" name="Straight Connector 876">
                <a:extLst>
                  <a:ext uri="{FF2B5EF4-FFF2-40B4-BE49-F238E27FC236}">
                    <a16:creationId xmlns:a16="http://schemas.microsoft.com/office/drawing/2014/main" id="{9C72D482-8417-2B65-96F0-E23493D4CC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112741" y="6384513"/>
                <a:ext cx="0" cy="2520000"/>
              </a:xfrm>
              <a:prstGeom prst="line">
                <a:avLst/>
              </a:prstGeom>
              <a:ln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</p:cxnSp>
          <p:cxnSp>
            <p:nvCxnSpPr>
              <p:cNvPr id="878" name="Straight Connector 877">
                <a:extLst>
                  <a:ext uri="{FF2B5EF4-FFF2-40B4-BE49-F238E27FC236}">
                    <a16:creationId xmlns:a16="http://schemas.microsoft.com/office/drawing/2014/main" id="{800F4B79-4CF6-A1CC-2F7C-7E5C49D6FE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007033" y="8617806"/>
                <a:ext cx="5760000" cy="0"/>
              </a:xfrm>
              <a:prstGeom prst="line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cxnSp>
            <p:nvCxnSpPr>
              <p:cNvPr id="879" name="Straight Connector 878">
                <a:extLst>
                  <a:ext uri="{FF2B5EF4-FFF2-40B4-BE49-F238E27FC236}">
                    <a16:creationId xmlns:a16="http://schemas.microsoft.com/office/drawing/2014/main" id="{C7586CC7-6736-C03E-7C4A-6E2789BD23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641931" y="8897614"/>
                <a:ext cx="6469039" cy="0"/>
              </a:xfrm>
              <a:prstGeom prst="line">
                <a:avLst/>
              </a:prstGeom>
              <a:ln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</p:cxnSp>
          <p:cxnSp>
            <p:nvCxnSpPr>
              <p:cNvPr id="880" name="Straight Connector 879">
                <a:extLst>
                  <a:ext uri="{FF2B5EF4-FFF2-40B4-BE49-F238E27FC236}">
                    <a16:creationId xmlns:a16="http://schemas.microsoft.com/office/drawing/2014/main" id="{B66DB088-9E05-B1B2-9818-289B426E3C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014939" y="8617806"/>
                <a:ext cx="0" cy="2689200"/>
              </a:xfrm>
              <a:prstGeom prst="line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cxnSp>
            <p:nvCxnSpPr>
              <p:cNvPr id="881" name="Straight Connector 880">
                <a:extLst>
                  <a:ext uri="{FF2B5EF4-FFF2-40B4-BE49-F238E27FC236}">
                    <a16:creationId xmlns:a16="http://schemas.microsoft.com/office/drawing/2014/main" id="{2E9419A8-28AE-33AA-12E1-6285C52145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007033" y="11296721"/>
                <a:ext cx="1599807" cy="0"/>
              </a:xfrm>
              <a:prstGeom prst="line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cxnSp>
            <p:nvCxnSpPr>
              <p:cNvPr id="882" name="Straight Connector 881">
                <a:extLst>
                  <a:ext uri="{FF2B5EF4-FFF2-40B4-BE49-F238E27FC236}">
                    <a16:creationId xmlns:a16="http://schemas.microsoft.com/office/drawing/2014/main" id="{EB0CA0AD-214A-85E7-2D14-E74519AF2E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651598" y="8897614"/>
                <a:ext cx="0" cy="2862000"/>
              </a:xfrm>
              <a:prstGeom prst="line">
                <a:avLst/>
              </a:prstGeom>
              <a:ln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</p:cxnSp>
          <p:cxnSp>
            <p:nvCxnSpPr>
              <p:cNvPr id="883" name="Straight Connector 882">
                <a:extLst>
                  <a:ext uri="{FF2B5EF4-FFF2-40B4-BE49-F238E27FC236}">
                    <a16:creationId xmlns:a16="http://schemas.microsoft.com/office/drawing/2014/main" id="{698976D2-DFC6-3348-1DDC-09B7C323EA4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651598" y="11749916"/>
                <a:ext cx="1964909" cy="1"/>
              </a:xfrm>
              <a:prstGeom prst="line">
                <a:avLst/>
              </a:prstGeom>
              <a:ln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</p:cxnSp>
          <p:sp>
            <p:nvSpPr>
              <p:cNvPr id="884" name="Oval 883">
                <a:extLst>
                  <a:ext uri="{FF2B5EF4-FFF2-40B4-BE49-F238E27FC236}">
                    <a16:creationId xmlns:a16="http://schemas.microsoft.com/office/drawing/2014/main" id="{4768450B-C42D-AA70-54CE-3D17638A1FF9}"/>
                  </a:ext>
                </a:extLst>
              </p:cNvPr>
              <p:cNvSpPr/>
              <p:nvPr/>
            </p:nvSpPr>
            <p:spPr>
              <a:xfrm>
                <a:off x="16471334" y="7207119"/>
                <a:ext cx="108000" cy="108000"/>
              </a:xfrm>
              <a:prstGeom prst="ellipse">
                <a:avLst/>
              </a:prstGeom>
              <a:solidFill>
                <a:srgbClr val="024059"/>
              </a:solidFill>
              <a:ln>
                <a:solidFill>
                  <a:srgbClr val="024059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5" name="Oval 884">
                <a:extLst>
                  <a:ext uri="{FF2B5EF4-FFF2-40B4-BE49-F238E27FC236}">
                    <a16:creationId xmlns:a16="http://schemas.microsoft.com/office/drawing/2014/main" id="{4611263E-7745-1055-F41F-8606BAFE409C}"/>
                  </a:ext>
                </a:extLst>
              </p:cNvPr>
              <p:cNvSpPr/>
              <p:nvPr/>
            </p:nvSpPr>
            <p:spPr>
              <a:xfrm>
                <a:off x="16831334" y="6756899"/>
                <a:ext cx="108000" cy="108000"/>
              </a:xfrm>
              <a:prstGeom prst="ellipse">
                <a:avLst/>
              </a:prstGeom>
              <a:solidFill>
                <a:srgbClr val="3A3A3A"/>
              </a:solidFill>
              <a:ln>
                <a:solidFill>
                  <a:srgbClr val="323232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86" name="Group 885">
              <a:extLst>
                <a:ext uri="{FF2B5EF4-FFF2-40B4-BE49-F238E27FC236}">
                  <a16:creationId xmlns:a16="http://schemas.microsoft.com/office/drawing/2014/main" id="{06918AAC-9346-369D-3F29-DEB47679497D}"/>
                </a:ext>
              </a:extLst>
            </p:cNvPr>
            <p:cNvGrpSpPr/>
            <p:nvPr/>
          </p:nvGrpSpPr>
          <p:grpSpPr>
            <a:xfrm>
              <a:off x="3058180" y="14997113"/>
              <a:ext cx="30946079" cy="15623368"/>
              <a:chOff x="2014761" y="-11479250"/>
              <a:chExt cx="30946079" cy="15623368"/>
            </a:xfrm>
          </p:grpSpPr>
          <p:cxnSp>
            <p:nvCxnSpPr>
              <p:cNvPr id="887" name="Straight Connector 886">
                <a:extLst>
                  <a:ext uri="{FF2B5EF4-FFF2-40B4-BE49-F238E27FC236}">
                    <a16:creationId xmlns:a16="http://schemas.microsoft.com/office/drawing/2014/main" id="{864BD3A5-E3AD-CC55-E179-C9774C42E01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953767" y="2593428"/>
                <a:ext cx="720000" cy="1"/>
              </a:xfrm>
              <a:prstGeom prst="line">
                <a:avLst/>
              </a:prstGeom>
              <a:ln/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888" name="Straight Connector 887">
                <a:extLst>
                  <a:ext uri="{FF2B5EF4-FFF2-40B4-BE49-F238E27FC236}">
                    <a16:creationId xmlns:a16="http://schemas.microsoft.com/office/drawing/2014/main" id="{371168F0-61F5-1DBF-4EBB-D2A06E6570B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953767" y="3013003"/>
                <a:ext cx="720000" cy="1"/>
              </a:xfrm>
              <a:prstGeom prst="line">
                <a:avLst/>
              </a:prstGeom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9" name="Straight Connector 888">
                <a:extLst>
                  <a:ext uri="{FF2B5EF4-FFF2-40B4-BE49-F238E27FC236}">
                    <a16:creationId xmlns:a16="http://schemas.microsoft.com/office/drawing/2014/main" id="{00A423D1-32E3-F8BC-E987-FBE82AAF5F4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953767" y="3440422"/>
                <a:ext cx="720000" cy="1"/>
              </a:xfrm>
              <a:prstGeom prst="line">
                <a:avLst/>
              </a:prstGeom>
              <a:ln/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</p:cxnSp>
          <p:sp>
            <p:nvSpPr>
              <p:cNvPr id="890" name="Pentagon 889">
                <a:extLst>
                  <a:ext uri="{FF2B5EF4-FFF2-40B4-BE49-F238E27FC236}">
                    <a16:creationId xmlns:a16="http://schemas.microsoft.com/office/drawing/2014/main" id="{99B8173D-40C7-498B-DEF8-CDADBA45523C}"/>
                  </a:ext>
                </a:extLst>
              </p:cNvPr>
              <p:cNvSpPr/>
              <p:nvPr/>
            </p:nvSpPr>
            <p:spPr>
              <a:xfrm>
                <a:off x="12671949" y="2464356"/>
                <a:ext cx="533400" cy="264207"/>
              </a:xfrm>
              <a:prstGeom prst="homePlat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  <p:sp>
            <p:nvSpPr>
              <p:cNvPr id="891" name="Pentagon 890">
                <a:extLst>
                  <a:ext uri="{FF2B5EF4-FFF2-40B4-BE49-F238E27FC236}">
                    <a16:creationId xmlns:a16="http://schemas.microsoft.com/office/drawing/2014/main" id="{5907FF22-E331-C312-BCAA-680FEFC18F15}"/>
                  </a:ext>
                </a:extLst>
              </p:cNvPr>
              <p:cNvSpPr/>
              <p:nvPr/>
            </p:nvSpPr>
            <p:spPr>
              <a:xfrm>
                <a:off x="12671949" y="2887402"/>
                <a:ext cx="533400" cy="264207"/>
              </a:xfrm>
              <a:prstGeom prst="homePlate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892" name="Pentagon 891">
                <a:extLst>
                  <a:ext uri="{FF2B5EF4-FFF2-40B4-BE49-F238E27FC236}">
                    <a16:creationId xmlns:a16="http://schemas.microsoft.com/office/drawing/2014/main" id="{FB5DF954-F5AC-443C-41D5-5DAC4BF5DE63}"/>
                  </a:ext>
                </a:extLst>
              </p:cNvPr>
              <p:cNvSpPr/>
              <p:nvPr/>
            </p:nvSpPr>
            <p:spPr>
              <a:xfrm>
                <a:off x="12671949" y="3310448"/>
                <a:ext cx="533400" cy="264207"/>
              </a:xfrm>
              <a:prstGeom prst="homePlate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cxnSp>
            <p:nvCxnSpPr>
              <p:cNvPr id="893" name="Straight Connector 892">
                <a:extLst>
                  <a:ext uri="{FF2B5EF4-FFF2-40B4-BE49-F238E27FC236}">
                    <a16:creationId xmlns:a16="http://schemas.microsoft.com/office/drawing/2014/main" id="{0FA78136-664A-3867-A7E2-F6874DCF7E9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953767" y="3875781"/>
                <a:ext cx="720000" cy="1"/>
              </a:xfrm>
              <a:prstGeom prst="line">
                <a:avLst/>
              </a:prstGeom>
              <a:ln>
                <a:solidFill>
                  <a:srgbClr val="03233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94" name="Pentagon 893">
                <a:extLst>
                  <a:ext uri="{FF2B5EF4-FFF2-40B4-BE49-F238E27FC236}">
                    <a16:creationId xmlns:a16="http://schemas.microsoft.com/office/drawing/2014/main" id="{A10531DD-4164-3309-92D9-37E3ED86C457}"/>
                  </a:ext>
                </a:extLst>
              </p:cNvPr>
              <p:cNvSpPr/>
              <p:nvPr/>
            </p:nvSpPr>
            <p:spPr>
              <a:xfrm>
                <a:off x="12671949" y="3739746"/>
                <a:ext cx="533400" cy="264207"/>
              </a:xfrm>
              <a:prstGeom prst="homePlat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  <p:cxnSp>
            <p:nvCxnSpPr>
              <p:cNvPr id="895" name="Straight Connector 894">
                <a:extLst>
                  <a:ext uri="{FF2B5EF4-FFF2-40B4-BE49-F238E27FC236}">
                    <a16:creationId xmlns:a16="http://schemas.microsoft.com/office/drawing/2014/main" id="{52B7EE27-DA5D-9522-B57B-1F4B330879A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195067" y="2593428"/>
                <a:ext cx="2160000" cy="1"/>
              </a:xfrm>
              <a:prstGeom prst="line">
                <a:avLst/>
              </a:prstGeom>
              <a:ln/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896" name="Straight Connector 895">
                <a:extLst>
                  <a:ext uri="{FF2B5EF4-FFF2-40B4-BE49-F238E27FC236}">
                    <a16:creationId xmlns:a16="http://schemas.microsoft.com/office/drawing/2014/main" id="{F6888164-0BFE-B7F7-D8CD-12235F0D188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195067" y="3013003"/>
                <a:ext cx="2160000" cy="1"/>
              </a:xfrm>
              <a:prstGeom prst="line">
                <a:avLst/>
              </a:prstGeom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7" name="Straight Connector 896">
                <a:extLst>
                  <a:ext uri="{FF2B5EF4-FFF2-40B4-BE49-F238E27FC236}">
                    <a16:creationId xmlns:a16="http://schemas.microsoft.com/office/drawing/2014/main" id="{7D858291-3BD0-266C-3E37-9D2C8E13C45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195067" y="3440422"/>
                <a:ext cx="2160000" cy="1"/>
              </a:xfrm>
              <a:prstGeom prst="line">
                <a:avLst/>
              </a:prstGeom>
              <a:ln/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</p:cxnSp>
          <p:cxnSp>
            <p:nvCxnSpPr>
              <p:cNvPr id="898" name="Straight Connector 897">
                <a:extLst>
                  <a:ext uri="{FF2B5EF4-FFF2-40B4-BE49-F238E27FC236}">
                    <a16:creationId xmlns:a16="http://schemas.microsoft.com/office/drawing/2014/main" id="{C83801C6-B6E6-9FAE-390D-83590275657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195067" y="3875781"/>
                <a:ext cx="2160000" cy="1"/>
              </a:xfrm>
              <a:prstGeom prst="line">
                <a:avLst/>
              </a:prstGeom>
              <a:ln>
                <a:solidFill>
                  <a:srgbClr val="03233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9" name="Elbow Connector 898">
                <a:extLst>
                  <a:ext uri="{FF2B5EF4-FFF2-40B4-BE49-F238E27FC236}">
                    <a16:creationId xmlns:a16="http://schemas.microsoft.com/office/drawing/2014/main" id="{19F9364A-A78C-0A67-7C09-838FDAD8E42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14761" y="1687932"/>
                <a:ext cx="13335639" cy="469952"/>
              </a:xfrm>
              <a:prstGeom prst="bentConnector3">
                <a:avLst>
                  <a:gd name="adj1" fmla="val 81611"/>
                </a:avLst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00" name="Rectangle 899">
                <a:extLst>
                  <a:ext uri="{FF2B5EF4-FFF2-40B4-BE49-F238E27FC236}">
                    <a16:creationId xmlns:a16="http://schemas.microsoft.com/office/drawing/2014/main" id="{3CCC8BAC-E656-822D-E41B-9850EC52D254}"/>
                  </a:ext>
                </a:extLst>
              </p:cNvPr>
              <p:cNvSpPr/>
              <p:nvPr/>
            </p:nvSpPr>
            <p:spPr>
              <a:xfrm>
                <a:off x="15346800" y="1984118"/>
                <a:ext cx="2160000" cy="2160000"/>
              </a:xfrm>
              <a:prstGeom prst="rect">
                <a:avLst/>
              </a:prstGeom>
              <a:ln>
                <a:solidFill>
                  <a:srgbClr val="032333"/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dirty="0"/>
                  <a:t>SHARED FRAME STORAGE BLUE</a:t>
                </a:r>
              </a:p>
            </p:txBody>
          </p:sp>
          <p:cxnSp>
            <p:nvCxnSpPr>
              <p:cNvPr id="901" name="Straight Connector 900">
                <a:extLst>
                  <a:ext uri="{FF2B5EF4-FFF2-40B4-BE49-F238E27FC236}">
                    <a16:creationId xmlns:a16="http://schemas.microsoft.com/office/drawing/2014/main" id="{4F214A4C-943B-125E-99AA-A6D509E8341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957826" y="-11479250"/>
                <a:ext cx="0" cy="12147330"/>
              </a:xfrm>
              <a:prstGeom prst="line">
                <a:avLst/>
              </a:prstGeom>
              <a:ln>
                <a:solidFill>
                  <a:srgbClr val="622C0E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902" name="Straight Connector 901">
                <a:extLst>
                  <a:ext uri="{FF2B5EF4-FFF2-40B4-BE49-F238E27FC236}">
                    <a16:creationId xmlns:a16="http://schemas.microsoft.com/office/drawing/2014/main" id="{B708A48F-B6B6-D41E-9F51-F789C329614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3928400" y="659939"/>
                <a:ext cx="19032440" cy="0"/>
              </a:xfrm>
              <a:prstGeom prst="line">
                <a:avLst/>
              </a:prstGeom>
              <a:ln>
                <a:solidFill>
                  <a:srgbClr val="622C0E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903" name="Straight Connector 902">
                <a:extLst>
                  <a:ext uri="{FF2B5EF4-FFF2-40B4-BE49-F238E27FC236}">
                    <a16:creationId xmlns:a16="http://schemas.microsoft.com/office/drawing/2014/main" id="{32FBBB70-56E2-C219-D3FB-64B7E4EC1A3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935275" y="660706"/>
                <a:ext cx="0" cy="2777293"/>
              </a:xfrm>
              <a:prstGeom prst="line">
                <a:avLst/>
              </a:prstGeom>
              <a:ln>
                <a:solidFill>
                  <a:srgbClr val="622C0E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</p:cxnSp>
          <p:sp>
            <p:nvSpPr>
              <p:cNvPr id="904" name="Oval 903">
                <a:extLst>
                  <a:ext uri="{FF2B5EF4-FFF2-40B4-BE49-F238E27FC236}">
                    <a16:creationId xmlns:a16="http://schemas.microsoft.com/office/drawing/2014/main" id="{DE3BBBF7-7513-B2E1-D130-377B8176F435}"/>
                  </a:ext>
                </a:extLst>
              </p:cNvPr>
              <p:cNvSpPr/>
              <p:nvPr/>
            </p:nvSpPr>
            <p:spPr>
              <a:xfrm>
                <a:off x="13881275" y="3383573"/>
                <a:ext cx="108000" cy="108000"/>
              </a:xfrm>
              <a:prstGeom prst="ellipse">
                <a:avLst/>
              </a:prstGeom>
              <a:solidFill>
                <a:srgbClr val="622C0E"/>
              </a:solidFill>
              <a:ln>
                <a:solidFill>
                  <a:srgbClr val="622C0E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05" name="Straight Connector 904">
                <a:extLst>
                  <a:ext uri="{FF2B5EF4-FFF2-40B4-BE49-F238E27FC236}">
                    <a16:creationId xmlns:a16="http://schemas.microsoft.com/office/drawing/2014/main" id="{58B33E28-6F8E-A86F-F9FA-388A05BD6E0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593006" y="-11103013"/>
                <a:ext cx="0" cy="12150176"/>
              </a:xfrm>
              <a:prstGeom prst="line">
                <a:avLst/>
              </a:prstGeom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6" name="Straight Connector 905">
                <a:extLst>
                  <a:ext uri="{FF2B5EF4-FFF2-40B4-BE49-F238E27FC236}">
                    <a16:creationId xmlns:a16="http://schemas.microsoft.com/office/drawing/2014/main" id="{89EBF9BF-2B55-E706-E51D-089352433AC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281894" y="1041539"/>
                <a:ext cx="18315811" cy="0"/>
              </a:xfrm>
              <a:prstGeom prst="line">
                <a:avLst/>
              </a:prstGeom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7" name="Straight Connector 906">
                <a:extLst>
                  <a:ext uri="{FF2B5EF4-FFF2-40B4-BE49-F238E27FC236}">
                    <a16:creationId xmlns:a16="http://schemas.microsoft.com/office/drawing/2014/main" id="{AA62B870-1916-BC8B-1857-766BE3E5E7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281894" y="1036790"/>
                <a:ext cx="0" cy="1987210"/>
              </a:xfrm>
              <a:prstGeom prst="line">
                <a:avLst/>
              </a:prstGeom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08" name="Oval 907">
                <a:extLst>
                  <a:ext uri="{FF2B5EF4-FFF2-40B4-BE49-F238E27FC236}">
                    <a16:creationId xmlns:a16="http://schemas.microsoft.com/office/drawing/2014/main" id="{47CF6C18-48C6-E77A-FB5D-D24B56CB3CB1}"/>
                  </a:ext>
                </a:extLst>
              </p:cNvPr>
              <p:cNvSpPr/>
              <p:nvPr/>
            </p:nvSpPr>
            <p:spPr>
              <a:xfrm>
                <a:off x="14227894" y="2958141"/>
                <a:ext cx="108000" cy="108000"/>
              </a:xfrm>
              <a:prstGeom prst="ellipse">
                <a:avLst/>
              </a:prstGeom>
              <a:solidFill>
                <a:srgbClr val="47D45A"/>
              </a:solidFill>
              <a:ln>
                <a:solidFill>
                  <a:srgbClr val="47D45A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09" name="Straight Connector 908">
                <a:extLst>
                  <a:ext uri="{FF2B5EF4-FFF2-40B4-BE49-F238E27FC236}">
                    <a16:creationId xmlns:a16="http://schemas.microsoft.com/office/drawing/2014/main" id="{A7FE428E-EA1A-41E1-2671-4D0F919E5E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233258" y="-10741063"/>
                <a:ext cx="0" cy="12146563"/>
              </a:xfrm>
              <a:prstGeom prst="line">
                <a:avLst/>
              </a:prstGeom>
              <a:ln>
                <a:solidFill>
                  <a:srgbClr val="1B440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0" name="Straight Connector 909">
                <a:extLst>
                  <a:ext uri="{FF2B5EF4-FFF2-40B4-BE49-F238E27FC236}">
                    <a16:creationId xmlns:a16="http://schemas.microsoft.com/office/drawing/2014/main" id="{9A7DC6EE-352F-5935-B572-7F1EFA2961E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650316" y="1401539"/>
                <a:ext cx="17588629" cy="0"/>
              </a:xfrm>
              <a:prstGeom prst="line">
                <a:avLst/>
              </a:prstGeom>
              <a:ln>
                <a:solidFill>
                  <a:srgbClr val="1B440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1" name="Straight Connector 910">
                <a:extLst>
                  <a:ext uri="{FF2B5EF4-FFF2-40B4-BE49-F238E27FC236}">
                    <a16:creationId xmlns:a16="http://schemas.microsoft.com/office/drawing/2014/main" id="{55ABA78D-08CF-E7B4-7BED-001DED089C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657360" y="1401813"/>
                <a:ext cx="0" cy="1200986"/>
              </a:xfrm>
              <a:prstGeom prst="line">
                <a:avLst/>
              </a:prstGeom>
              <a:ln>
                <a:solidFill>
                  <a:srgbClr val="1B440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12" name="Oval 911">
                <a:extLst>
                  <a:ext uri="{FF2B5EF4-FFF2-40B4-BE49-F238E27FC236}">
                    <a16:creationId xmlns:a16="http://schemas.microsoft.com/office/drawing/2014/main" id="{AADF511E-9CE6-8DA6-5CB4-F708C686A1B0}"/>
                  </a:ext>
                </a:extLst>
              </p:cNvPr>
              <p:cNvSpPr/>
              <p:nvPr/>
            </p:nvSpPr>
            <p:spPr>
              <a:xfrm>
                <a:off x="14603360" y="2537098"/>
                <a:ext cx="108000" cy="108000"/>
              </a:xfrm>
              <a:prstGeom prst="ellipse">
                <a:avLst/>
              </a:prstGeom>
              <a:solidFill>
                <a:srgbClr val="1D440D"/>
              </a:solidFill>
              <a:ln>
                <a:solidFill>
                  <a:srgbClr val="1D440D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913" name="Group 912">
              <a:extLst>
                <a:ext uri="{FF2B5EF4-FFF2-40B4-BE49-F238E27FC236}">
                  <a16:creationId xmlns:a16="http://schemas.microsoft.com/office/drawing/2014/main" id="{207974A5-C249-8B96-CBD9-1B89BC38787D}"/>
                </a:ext>
              </a:extLst>
            </p:cNvPr>
            <p:cNvGrpSpPr/>
            <p:nvPr/>
          </p:nvGrpSpPr>
          <p:grpSpPr>
            <a:xfrm>
              <a:off x="20440548" y="17717807"/>
              <a:ext cx="6345528" cy="20102225"/>
              <a:chOff x="19391467" y="-9109003"/>
              <a:chExt cx="6345528" cy="20102225"/>
            </a:xfrm>
          </p:grpSpPr>
          <p:cxnSp>
            <p:nvCxnSpPr>
              <p:cNvPr id="914" name="Straight Connector 913">
                <a:extLst>
                  <a:ext uri="{FF2B5EF4-FFF2-40B4-BE49-F238E27FC236}">
                    <a16:creationId xmlns:a16="http://schemas.microsoft.com/office/drawing/2014/main" id="{D48F08FB-2361-C0D2-6716-B56F7233CE0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77014" y="7246942"/>
                <a:ext cx="720000" cy="1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16" name="Pentagon 915">
                <a:extLst>
                  <a:ext uri="{FF2B5EF4-FFF2-40B4-BE49-F238E27FC236}">
                    <a16:creationId xmlns:a16="http://schemas.microsoft.com/office/drawing/2014/main" id="{13C4439F-4096-DF12-218C-3658BFC9A08B}"/>
                  </a:ext>
                </a:extLst>
              </p:cNvPr>
              <p:cNvSpPr/>
              <p:nvPr/>
            </p:nvSpPr>
            <p:spPr>
              <a:xfrm>
                <a:off x="20502932" y="7120819"/>
                <a:ext cx="533400" cy="264207"/>
              </a:xfrm>
              <a:prstGeom prst="homePlate">
                <a:avLst/>
              </a:prstGeom>
              <a:solidFill>
                <a:srgbClr val="FF455A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cxnSp>
            <p:nvCxnSpPr>
              <p:cNvPr id="918" name="Straight Connector 917">
                <a:extLst>
                  <a:ext uri="{FF2B5EF4-FFF2-40B4-BE49-F238E27FC236}">
                    <a16:creationId xmlns:a16="http://schemas.microsoft.com/office/drawing/2014/main" id="{E22B3A63-AD94-A935-29C7-B5D8259CE57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64131" y="10855138"/>
                <a:ext cx="720000" cy="1"/>
              </a:xfrm>
              <a:prstGeom prst="line">
                <a:avLst/>
              </a:prstGeom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20" name="Pentagon 919">
                <a:extLst>
                  <a:ext uri="{FF2B5EF4-FFF2-40B4-BE49-F238E27FC236}">
                    <a16:creationId xmlns:a16="http://schemas.microsoft.com/office/drawing/2014/main" id="{F1377B0A-C86E-C9F5-4BD4-552D776A943E}"/>
                  </a:ext>
                </a:extLst>
              </p:cNvPr>
              <p:cNvSpPr/>
              <p:nvPr/>
            </p:nvSpPr>
            <p:spPr>
              <a:xfrm>
                <a:off x="20488345" y="10729015"/>
                <a:ext cx="533400" cy="264207"/>
              </a:xfrm>
              <a:prstGeom prst="homePlat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cxnSp>
            <p:nvCxnSpPr>
              <p:cNvPr id="922" name="Straight Connector 921">
                <a:extLst>
                  <a:ext uri="{FF2B5EF4-FFF2-40B4-BE49-F238E27FC236}">
                    <a16:creationId xmlns:a16="http://schemas.microsoft.com/office/drawing/2014/main" id="{62710279-0128-507C-0375-52F6D7578C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032741" y="7253204"/>
                <a:ext cx="4704254" cy="0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4" name="Straight Connector 923">
                <a:extLst>
                  <a:ext uri="{FF2B5EF4-FFF2-40B4-BE49-F238E27FC236}">
                    <a16:creationId xmlns:a16="http://schemas.microsoft.com/office/drawing/2014/main" id="{B62E1985-C503-5943-79DA-E9448F84844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734878" y="-4952340"/>
                <a:ext cx="0" cy="12216113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6" name="Straight Connector 925">
                <a:extLst>
                  <a:ext uri="{FF2B5EF4-FFF2-40B4-BE49-F238E27FC236}">
                    <a16:creationId xmlns:a16="http://schemas.microsoft.com/office/drawing/2014/main" id="{E356FA0D-6DD9-03B6-6E9B-40E186AE0FC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017531" y="10860029"/>
                <a:ext cx="3710307" cy="0"/>
              </a:xfrm>
              <a:prstGeom prst="line">
                <a:avLst/>
              </a:prstGeom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7" name="Straight Connector 926">
                <a:extLst>
                  <a:ext uri="{FF2B5EF4-FFF2-40B4-BE49-F238E27FC236}">
                    <a16:creationId xmlns:a16="http://schemas.microsoft.com/office/drawing/2014/main" id="{110F5BA3-D3D7-9F32-C461-F2ADEB6352D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722844" y="-4087941"/>
                <a:ext cx="0" cy="14953672"/>
              </a:xfrm>
              <a:prstGeom prst="line">
                <a:avLst/>
              </a:prstGeom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30" name="Oval 929">
                <a:extLst>
                  <a:ext uri="{FF2B5EF4-FFF2-40B4-BE49-F238E27FC236}">
                    <a16:creationId xmlns:a16="http://schemas.microsoft.com/office/drawing/2014/main" id="{274F5CD6-92E1-5BA5-FB3B-CE060C1F2A29}"/>
                  </a:ext>
                </a:extLst>
              </p:cNvPr>
              <p:cNvSpPr/>
              <p:nvPr/>
            </p:nvSpPr>
            <p:spPr>
              <a:xfrm>
                <a:off x="19391467" y="2951353"/>
                <a:ext cx="108000" cy="108000"/>
              </a:xfrm>
              <a:prstGeom prst="ellipse">
                <a:avLst/>
              </a:prstGeom>
              <a:solidFill>
                <a:srgbClr val="400B3B"/>
              </a:solidFill>
              <a:ln>
                <a:solidFill>
                  <a:srgbClr val="400B3B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931" name="Straight Connector 930">
                <a:extLst>
                  <a:ext uri="{FF2B5EF4-FFF2-40B4-BE49-F238E27FC236}">
                    <a16:creationId xmlns:a16="http://schemas.microsoft.com/office/drawing/2014/main" id="{4F9F77D7-6BE2-DC4A-EE82-3E82120B397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667860" y="-9109003"/>
                <a:ext cx="0" cy="12117365"/>
              </a:xfrm>
              <a:prstGeom prst="line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</p:grpSp>
        <p:grpSp>
          <p:nvGrpSpPr>
            <p:cNvPr id="932" name="Group 931">
              <a:extLst>
                <a:ext uri="{FF2B5EF4-FFF2-40B4-BE49-F238E27FC236}">
                  <a16:creationId xmlns:a16="http://schemas.microsoft.com/office/drawing/2014/main" id="{4F64E8CD-13AB-0188-4AE7-54B5D8BA3388}"/>
                </a:ext>
              </a:extLst>
            </p:cNvPr>
            <p:cNvGrpSpPr/>
            <p:nvPr/>
          </p:nvGrpSpPr>
          <p:grpSpPr>
            <a:xfrm>
              <a:off x="3051420" y="28113141"/>
              <a:ext cx="17443101" cy="3950548"/>
              <a:chOff x="2018179" y="1305591"/>
              <a:chExt cx="17443101" cy="3950548"/>
            </a:xfrm>
          </p:grpSpPr>
          <p:cxnSp>
            <p:nvCxnSpPr>
              <p:cNvPr id="933" name="Straight Connector 932">
                <a:extLst>
                  <a:ext uri="{FF2B5EF4-FFF2-40B4-BE49-F238E27FC236}">
                    <a16:creationId xmlns:a16="http://schemas.microsoft.com/office/drawing/2014/main" id="{741B0873-059D-9355-287D-D8015385FEA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372383" y="3448939"/>
                <a:ext cx="0" cy="1807200"/>
              </a:xfrm>
              <a:prstGeom prst="line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cxnSp>
            <p:nvCxnSpPr>
              <p:cNvPr id="934" name="Straight Connector 933">
                <a:extLst>
                  <a:ext uri="{FF2B5EF4-FFF2-40B4-BE49-F238E27FC236}">
                    <a16:creationId xmlns:a16="http://schemas.microsoft.com/office/drawing/2014/main" id="{D8F288AD-D1EE-128A-5FE6-F20438EAC09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451050" y="2622662"/>
                <a:ext cx="720000" cy="1"/>
              </a:xfrm>
              <a:prstGeom prst="line">
                <a:avLst/>
              </a:prstGeom>
              <a:ln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</p:cxnSp>
          <p:sp>
            <p:nvSpPr>
              <p:cNvPr id="935" name="Pentagon 934">
                <a:extLst>
                  <a:ext uri="{FF2B5EF4-FFF2-40B4-BE49-F238E27FC236}">
                    <a16:creationId xmlns:a16="http://schemas.microsoft.com/office/drawing/2014/main" id="{722120C5-699C-5331-6233-1B8EDF7C1525}"/>
                  </a:ext>
                </a:extLst>
              </p:cNvPr>
              <p:cNvSpPr/>
              <p:nvPr/>
            </p:nvSpPr>
            <p:spPr>
              <a:xfrm>
                <a:off x="5924339" y="2490998"/>
                <a:ext cx="533400" cy="264207"/>
              </a:xfrm>
              <a:prstGeom prst="homePlate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cxnSp>
            <p:nvCxnSpPr>
              <p:cNvPr id="936" name="Straight Connector 935">
                <a:extLst>
                  <a:ext uri="{FF2B5EF4-FFF2-40B4-BE49-F238E27FC236}">
                    <a16:creationId xmlns:a16="http://schemas.microsoft.com/office/drawing/2014/main" id="{A39435CB-7323-FEC0-57BA-00AAF8031C7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447118" y="3050214"/>
                <a:ext cx="720000" cy="1"/>
              </a:xfrm>
              <a:prstGeom prst="line">
                <a:avLst/>
              </a:prstGeom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sp>
            <p:nvSpPr>
              <p:cNvPr id="937" name="Pentagon 936">
                <a:extLst>
                  <a:ext uri="{FF2B5EF4-FFF2-40B4-BE49-F238E27FC236}">
                    <a16:creationId xmlns:a16="http://schemas.microsoft.com/office/drawing/2014/main" id="{60E24496-D805-EA2C-B4B9-AA0EDB25ABA2}"/>
                  </a:ext>
                </a:extLst>
              </p:cNvPr>
              <p:cNvSpPr/>
              <p:nvPr/>
            </p:nvSpPr>
            <p:spPr>
              <a:xfrm>
                <a:off x="5914057" y="2916579"/>
                <a:ext cx="533400" cy="264207"/>
              </a:xfrm>
              <a:prstGeom prst="homePlat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cxnSp>
            <p:nvCxnSpPr>
              <p:cNvPr id="938" name="Straight Connector 937">
                <a:extLst>
                  <a:ext uri="{FF2B5EF4-FFF2-40B4-BE49-F238E27FC236}">
                    <a16:creationId xmlns:a16="http://schemas.microsoft.com/office/drawing/2014/main" id="{B2E400E8-8DE9-FAEB-8C33-339CC127EAB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99619" y="2622662"/>
                <a:ext cx="720000" cy="1"/>
              </a:xfrm>
              <a:prstGeom prst="line">
                <a:avLst/>
              </a:prstGeom>
              <a:ln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</p:cxnSp>
          <p:cxnSp>
            <p:nvCxnSpPr>
              <p:cNvPr id="939" name="Straight Connector 938">
                <a:extLst>
                  <a:ext uri="{FF2B5EF4-FFF2-40B4-BE49-F238E27FC236}">
                    <a16:creationId xmlns:a16="http://schemas.microsoft.com/office/drawing/2014/main" id="{8475B279-04A7-F17E-8DAA-84237B0D592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04339" y="3048682"/>
                <a:ext cx="720000" cy="1"/>
              </a:xfrm>
              <a:prstGeom prst="line">
                <a:avLst/>
              </a:prstGeom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cxnSp>
            <p:nvCxnSpPr>
              <p:cNvPr id="940" name="Elbow Connector 939">
                <a:extLst>
                  <a:ext uri="{FF2B5EF4-FFF2-40B4-BE49-F238E27FC236}">
                    <a16:creationId xmlns:a16="http://schemas.microsoft.com/office/drawing/2014/main" id="{3A18830E-A7CB-08A5-34EA-BD5E5715202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18179" y="1349689"/>
                <a:ext cx="7052387" cy="881497"/>
              </a:xfrm>
              <a:prstGeom prst="bentConnector3">
                <a:avLst>
                  <a:gd name="adj1" fmla="val 58601"/>
                </a:avLst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1" name="Straight Connector 940">
                <a:extLst>
                  <a:ext uri="{FF2B5EF4-FFF2-40B4-BE49-F238E27FC236}">
                    <a16:creationId xmlns:a16="http://schemas.microsoft.com/office/drawing/2014/main" id="{2196EAB5-D994-C6C3-FC1D-4957B0C0535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362101" y="3455445"/>
                <a:ext cx="720000" cy="1"/>
              </a:xfrm>
              <a:prstGeom prst="line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cxnSp>
            <p:nvCxnSpPr>
              <p:cNvPr id="942" name="Straight Connector 941">
                <a:extLst>
                  <a:ext uri="{FF2B5EF4-FFF2-40B4-BE49-F238E27FC236}">
                    <a16:creationId xmlns:a16="http://schemas.microsoft.com/office/drawing/2014/main" id="{D449F37D-177C-BD4F-67D8-E3BF1F8E08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72383" y="5248939"/>
                <a:ext cx="11088000" cy="0"/>
              </a:xfrm>
              <a:prstGeom prst="line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sp>
            <p:nvSpPr>
              <p:cNvPr id="943" name="Rectangle 942">
                <a:extLst>
                  <a:ext uri="{FF2B5EF4-FFF2-40B4-BE49-F238E27FC236}">
                    <a16:creationId xmlns:a16="http://schemas.microsoft.com/office/drawing/2014/main" id="{611661E3-9749-AE7B-1EFB-ADAA21AAB072}"/>
                  </a:ext>
                </a:extLst>
              </p:cNvPr>
              <p:cNvSpPr/>
              <p:nvPr/>
            </p:nvSpPr>
            <p:spPr>
              <a:xfrm>
                <a:off x="7175920" y="2485121"/>
                <a:ext cx="1188000" cy="6956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REGISTER</a:t>
                </a:r>
              </a:p>
            </p:txBody>
          </p:sp>
          <p:cxnSp>
            <p:nvCxnSpPr>
              <p:cNvPr id="944" name="Straight Connector 943">
                <a:extLst>
                  <a:ext uri="{FF2B5EF4-FFF2-40B4-BE49-F238E27FC236}">
                    <a16:creationId xmlns:a16="http://schemas.microsoft.com/office/drawing/2014/main" id="{CF7AB7BB-83D2-9E19-689E-ADAD847A3B6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362101" y="2635627"/>
                <a:ext cx="720000" cy="1"/>
              </a:xfrm>
              <a:prstGeom prst="line">
                <a:avLst/>
              </a:prstGeom>
              <a:ln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</p:cxnSp>
          <p:cxnSp>
            <p:nvCxnSpPr>
              <p:cNvPr id="945" name="Straight Connector 944">
                <a:extLst>
                  <a:ext uri="{FF2B5EF4-FFF2-40B4-BE49-F238E27FC236}">
                    <a16:creationId xmlns:a16="http://schemas.microsoft.com/office/drawing/2014/main" id="{ACDF4662-E697-7BF1-AC0D-B9CCD9597D9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372383" y="3064118"/>
                <a:ext cx="720000" cy="1"/>
              </a:xfrm>
              <a:prstGeom prst="line">
                <a:avLst/>
              </a:prstGeom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cxnSp>
            <p:nvCxnSpPr>
              <p:cNvPr id="946" name="Straight Connector 945">
                <a:extLst>
                  <a:ext uri="{FF2B5EF4-FFF2-40B4-BE49-F238E27FC236}">
                    <a16:creationId xmlns:a16="http://schemas.microsoft.com/office/drawing/2014/main" id="{C62E6EA4-1220-FFB9-D972-86C79687EAB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706879" y="3024350"/>
                <a:ext cx="754401" cy="0"/>
              </a:xfrm>
              <a:prstGeom prst="line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cxnSp>
            <p:nvCxnSpPr>
              <p:cNvPr id="947" name="Straight Connector 946">
                <a:extLst>
                  <a:ext uri="{FF2B5EF4-FFF2-40B4-BE49-F238E27FC236}">
                    <a16:creationId xmlns:a16="http://schemas.microsoft.com/office/drawing/2014/main" id="{93F0447D-E9AE-7BD5-2C38-2BD5D735CF7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458000" y="3023147"/>
                <a:ext cx="0" cy="2231981"/>
              </a:xfrm>
              <a:prstGeom prst="line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sp>
            <p:nvSpPr>
              <p:cNvPr id="948" name="Rectangle 947">
                <a:extLst>
                  <a:ext uri="{FF2B5EF4-FFF2-40B4-BE49-F238E27FC236}">
                    <a16:creationId xmlns:a16="http://schemas.microsoft.com/office/drawing/2014/main" id="{91356F34-3EDB-EBB9-0764-629B815F3929}"/>
                  </a:ext>
                </a:extLst>
              </p:cNvPr>
              <p:cNvSpPr/>
              <p:nvPr/>
            </p:nvSpPr>
            <p:spPr>
              <a:xfrm>
                <a:off x="9074367" y="2091619"/>
                <a:ext cx="2880000" cy="2880000"/>
              </a:xfrm>
              <a:prstGeom prst="rect">
                <a:avLst/>
              </a:prstGeom>
              <a:ln>
                <a:solidFill>
                  <a:srgbClr val="032333"/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dirty="0"/>
                  <a:t>EPI COMPILER BLUE</a:t>
                </a:r>
              </a:p>
            </p:txBody>
          </p:sp>
          <p:sp>
            <p:nvSpPr>
              <p:cNvPr id="949" name="Oval 948">
                <a:extLst>
                  <a:ext uri="{FF2B5EF4-FFF2-40B4-BE49-F238E27FC236}">
                    <a16:creationId xmlns:a16="http://schemas.microsoft.com/office/drawing/2014/main" id="{869863A8-85D4-D43E-5974-64D148B367D7}"/>
                  </a:ext>
                </a:extLst>
              </p:cNvPr>
              <p:cNvSpPr/>
              <p:nvPr/>
            </p:nvSpPr>
            <p:spPr>
              <a:xfrm>
                <a:off x="6096244" y="1305591"/>
                <a:ext cx="108000" cy="108000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950" name="Rectangle 949">
              <a:extLst>
                <a:ext uri="{FF2B5EF4-FFF2-40B4-BE49-F238E27FC236}">
                  <a16:creationId xmlns:a16="http://schemas.microsoft.com/office/drawing/2014/main" id="{11FA098F-2E43-ADF7-A841-A694F617D259}"/>
                </a:ext>
              </a:extLst>
            </p:cNvPr>
            <p:cNvSpPr/>
            <p:nvPr/>
          </p:nvSpPr>
          <p:spPr>
            <a:xfrm>
              <a:off x="4819962" y="28642533"/>
              <a:ext cx="1440000" cy="1440000"/>
            </a:xfrm>
            <a:prstGeom prst="rect">
              <a:avLst/>
            </a:prstGeom>
            <a:ln>
              <a:solidFill>
                <a:srgbClr val="032333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200" dirty="0"/>
                <a:t>LOW PASS FILTER BLUE</a:t>
              </a:r>
            </a:p>
          </p:txBody>
        </p:sp>
        <p:cxnSp>
          <p:nvCxnSpPr>
            <p:cNvPr id="951" name="Straight Connector 950">
              <a:extLst>
                <a:ext uri="{FF2B5EF4-FFF2-40B4-BE49-F238E27FC236}">
                  <a16:creationId xmlns:a16="http://schemas.microsoft.com/office/drawing/2014/main" id="{C4F3CD7F-46EB-B41C-4A25-326A09C93F07}"/>
                </a:ext>
              </a:extLst>
            </p:cNvPr>
            <p:cNvCxnSpPr>
              <a:cxnSpLocks/>
            </p:cNvCxnSpPr>
            <p:nvPr/>
          </p:nvCxnSpPr>
          <p:spPr>
            <a:xfrm>
              <a:off x="20488266" y="29831900"/>
              <a:ext cx="4235999" cy="0"/>
            </a:xfrm>
            <a:prstGeom prst="line">
              <a:avLst/>
            </a:prstGeom>
            <a:ln/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sp>
          <p:nvSpPr>
            <p:cNvPr id="952" name="Oval 951">
              <a:extLst>
                <a:ext uri="{FF2B5EF4-FFF2-40B4-BE49-F238E27FC236}">
                  <a16:creationId xmlns:a16="http://schemas.microsoft.com/office/drawing/2014/main" id="{440742F0-97CB-6EF0-91B9-E3207AD13287}"/>
                </a:ext>
              </a:extLst>
            </p:cNvPr>
            <p:cNvSpPr/>
            <p:nvPr/>
          </p:nvSpPr>
          <p:spPr>
            <a:xfrm>
              <a:off x="24660550" y="17648993"/>
              <a:ext cx="108000" cy="108000"/>
            </a:xfrm>
            <a:prstGeom prst="ellipse">
              <a:avLst/>
            </a:prstGeom>
            <a:solidFill>
              <a:srgbClr val="400B3B"/>
            </a:solidFill>
            <a:ln>
              <a:solidFill>
                <a:srgbClr val="400B3B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54" name="Oval 953">
              <a:extLst>
                <a:ext uri="{FF2B5EF4-FFF2-40B4-BE49-F238E27FC236}">
                  <a16:creationId xmlns:a16="http://schemas.microsoft.com/office/drawing/2014/main" id="{A86662B5-AC81-3EF4-0BEA-DD0E194D2E1E}"/>
                </a:ext>
              </a:extLst>
            </p:cNvPr>
            <p:cNvSpPr/>
            <p:nvPr/>
          </p:nvSpPr>
          <p:spPr>
            <a:xfrm>
              <a:off x="25713683" y="25505610"/>
              <a:ext cx="108000" cy="108000"/>
            </a:xfrm>
            <a:prstGeom prst="ellipse">
              <a:avLst/>
            </a:prstGeom>
            <a:solidFill>
              <a:srgbClr val="D86ECC"/>
            </a:solidFill>
            <a:ln>
              <a:solidFill>
                <a:srgbClr val="D86ECC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56" name="Oval 955">
              <a:extLst>
                <a:ext uri="{FF2B5EF4-FFF2-40B4-BE49-F238E27FC236}">
                  <a16:creationId xmlns:a16="http://schemas.microsoft.com/office/drawing/2014/main" id="{54AFF459-E7D2-8964-DA88-D0332F06ED50}"/>
                </a:ext>
              </a:extLst>
            </p:cNvPr>
            <p:cNvSpPr/>
            <p:nvPr/>
          </p:nvSpPr>
          <p:spPr>
            <a:xfrm>
              <a:off x="26732076" y="21894413"/>
              <a:ext cx="108000" cy="1080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60" name="Oval 959">
              <a:extLst>
                <a:ext uri="{FF2B5EF4-FFF2-40B4-BE49-F238E27FC236}">
                  <a16:creationId xmlns:a16="http://schemas.microsoft.com/office/drawing/2014/main" id="{56C94E45-F811-DC75-A70D-0D9ADC2DD574}"/>
                </a:ext>
              </a:extLst>
            </p:cNvPr>
            <p:cNvSpPr/>
            <p:nvPr/>
          </p:nvSpPr>
          <p:spPr>
            <a:xfrm>
              <a:off x="2550125" y="17180889"/>
              <a:ext cx="108000" cy="108000"/>
            </a:xfrm>
            <a:prstGeom prst="ellipse">
              <a:avLst/>
            </a:prstGeom>
            <a:solidFill>
              <a:srgbClr val="032333"/>
            </a:solidFill>
            <a:ln>
              <a:solidFill>
                <a:srgbClr val="032333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74" name="Oval 973">
              <a:extLst>
                <a:ext uri="{FF2B5EF4-FFF2-40B4-BE49-F238E27FC236}">
                  <a16:creationId xmlns:a16="http://schemas.microsoft.com/office/drawing/2014/main" id="{809D1C8D-8C09-615D-38E0-2286339924AA}"/>
                </a:ext>
              </a:extLst>
            </p:cNvPr>
            <p:cNvSpPr/>
            <p:nvPr/>
          </p:nvSpPr>
          <p:spPr>
            <a:xfrm>
              <a:off x="33222909" y="15696847"/>
              <a:ext cx="108000" cy="108000"/>
            </a:xfrm>
            <a:prstGeom prst="ellipse">
              <a:avLst/>
            </a:prstGeom>
            <a:solidFill>
              <a:srgbClr val="1D440D"/>
            </a:solidFill>
            <a:ln>
              <a:solidFill>
                <a:srgbClr val="1D440D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75" name="Oval 974">
              <a:extLst>
                <a:ext uri="{FF2B5EF4-FFF2-40B4-BE49-F238E27FC236}">
                  <a16:creationId xmlns:a16="http://schemas.microsoft.com/office/drawing/2014/main" id="{B7853AF1-23E0-DF78-26E1-CB77D56CFB9A}"/>
                </a:ext>
              </a:extLst>
            </p:cNvPr>
            <p:cNvSpPr/>
            <p:nvPr/>
          </p:nvSpPr>
          <p:spPr>
            <a:xfrm>
              <a:off x="33945889" y="14951313"/>
              <a:ext cx="108000" cy="108000"/>
            </a:xfrm>
            <a:prstGeom prst="ellipse">
              <a:avLst/>
            </a:prstGeom>
            <a:solidFill>
              <a:srgbClr val="622C0E"/>
            </a:solidFill>
            <a:ln>
              <a:solidFill>
                <a:srgbClr val="622C0E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76" name="Oval 975">
              <a:extLst>
                <a:ext uri="{FF2B5EF4-FFF2-40B4-BE49-F238E27FC236}">
                  <a16:creationId xmlns:a16="http://schemas.microsoft.com/office/drawing/2014/main" id="{0F5FC03B-240E-1B39-D4D9-774CD182CDF3}"/>
                </a:ext>
              </a:extLst>
            </p:cNvPr>
            <p:cNvSpPr/>
            <p:nvPr/>
          </p:nvSpPr>
          <p:spPr>
            <a:xfrm>
              <a:off x="33579006" y="15333381"/>
              <a:ext cx="108000" cy="108000"/>
            </a:xfrm>
            <a:prstGeom prst="ellipse">
              <a:avLst/>
            </a:prstGeom>
            <a:solidFill>
              <a:srgbClr val="47D45A"/>
            </a:solidFill>
            <a:ln>
              <a:solidFill>
                <a:srgbClr val="47D45A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93" name="Oval 992">
              <a:extLst>
                <a:ext uri="{FF2B5EF4-FFF2-40B4-BE49-F238E27FC236}">
                  <a16:creationId xmlns:a16="http://schemas.microsoft.com/office/drawing/2014/main" id="{A035443B-354F-2443-27B8-CC8D36386236}"/>
                </a:ext>
              </a:extLst>
            </p:cNvPr>
            <p:cNvSpPr/>
            <p:nvPr/>
          </p:nvSpPr>
          <p:spPr>
            <a:xfrm>
              <a:off x="3005781" y="16815667"/>
              <a:ext cx="108000" cy="10800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20" name="Pentagon 1019">
              <a:extLst>
                <a:ext uri="{FF2B5EF4-FFF2-40B4-BE49-F238E27FC236}">
                  <a16:creationId xmlns:a16="http://schemas.microsoft.com/office/drawing/2014/main" id="{3449C58E-546F-4EB8-93FA-EB1CA51E76A8}"/>
                </a:ext>
              </a:extLst>
            </p:cNvPr>
            <p:cNvSpPr/>
            <p:nvPr/>
          </p:nvSpPr>
          <p:spPr>
            <a:xfrm>
              <a:off x="1353309" y="2712399"/>
              <a:ext cx="533400" cy="264207"/>
            </a:xfrm>
            <a:prstGeom prst="homePlat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cxnSp>
          <p:nvCxnSpPr>
            <p:cNvPr id="1022" name="Straight Connector 1021">
              <a:extLst>
                <a:ext uri="{FF2B5EF4-FFF2-40B4-BE49-F238E27FC236}">
                  <a16:creationId xmlns:a16="http://schemas.microsoft.com/office/drawing/2014/main" id="{6ABF79B7-99D0-F773-D841-D0EED0E37F6F}"/>
                </a:ext>
              </a:extLst>
            </p:cNvPr>
            <p:cNvCxnSpPr>
              <a:cxnSpLocks/>
              <a:stCxn id="1020" idx="3"/>
            </p:cNvCxnSpPr>
            <p:nvPr/>
          </p:nvCxnSpPr>
          <p:spPr>
            <a:xfrm flipV="1">
              <a:off x="1886709" y="2844502"/>
              <a:ext cx="926292" cy="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25" name="Straight Connector 1024">
              <a:extLst>
                <a:ext uri="{FF2B5EF4-FFF2-40B4-BE49-F238E27FC236}">
                  <a16:creationId xmlns:a16="http://schemas.microsoft.com/office/drawing/2014/main" id="{DC3D8E66-032D-6B82-D304-452F6FA95817}"/>
                </a:ext>
              </a:extLst>
            </p:cNvPr>
            <p:cNvCxnSpPr/>
            <p:nvPr/>
          </p:nvCxnSpPr>
          <p:spPr>
            <a:xfrm flipH="1">
              <a:off x="1954727" y="17512759"/>
              <a:ext cx="323579" cy="324000"/>
            </a:xfrm>
            <a:prstGeom prst="line">
              <a:avLst/>
            </a:prstGeom>
            <a:ln>
              <a:solidFill>
                <a:srgbClr val="612C0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26" name="Oval 1025">
              <a:extLst>
                <a:ext uri="{FF2B5EF4-FFF2-40B4-BE49-F238E27FC236}">
                  <a16:creationId xmlns:a16="http://schemas.microsoft.com/office/drawing/2014/main" id="{1891E8A5-8DC2-AD8B-EE7E-5E5B3B0297E1}"/>
                </a:ext>
              </a:extLst>
            </p:cNvPr>
            <p:cNvSpPr/>
            <p:nvPr/>
          </p:nvSpPr>
          <p:spPr>
            <a:xfrm>
              <a:off x="3005781" y="28947496"/>
              <a:ext cx="108000" cy="10800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27" name="Oval 1026">
              <a:extLst>
                <a:ext uri="{FF2B5EF4-FFF2-40B4-BE49-F238E27FC236}">
                  <a16:creationId xmlns:a16="http://schemas.microsoft.com/office/drawing/2014/main" id="{B67C4436-3DB0-89AA-2531-F91F1BA9C89C}"/>
                </a:ext>
              </a:extLst>
            </p:cNvPr>
            <p:cNvSpPr/>
            <p:nvPr/>
          </p:nvSpPr>
          <p:spPr>
            <a:xfrm>
              <a:off x="3005781" y="33099362"/>
              <a:ext cx="108000" cy="10800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30" name="Oval 1029">
              <a:extLst>
                <a:ext uri="{FF2B5EF4-FFF2-40B4-BE49-F238E27FC236}">
                  <a16:creationId xmlns:a16="http://schemas.microsoft.com/office/drawing/2014/main" id="{ECB42D24-AB11-93AA-FC00-43EF2B22C0C8}"/>
                </a:ext>
              </a:extLst>
            </p:cNvPr>
            <p:cNvSpPr/>
            <p:nvPr/>
          </p:nvSpPr>
          <p:spPr>
            <a:xfrm>
              <a:off x="3004180" y="20973276"/>
              <a:ext cx="108000" cy="10800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83546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B92AC-A7B8-5F57-F1B6-4CD1698AF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3" name="Group 2962">
            <a:extLst>
              <a:ext uri="{FF2B5EF4-FFF2-40B4-BE49-F238E27FC236}">
                <a16:creationId xmlns:a16="http://schemas.microsoft.com/office/drawing/2014/main" id="{01A5B8DC-6218-CCCF-89B0-2C059FBFDC9D}"/>
              </a:ext>
            </a:extLst>
          </p:cNvPr>
          <p:cNvGrpSpPr/>
          <p:nvPr/>
        </p:nvGrpSpPr>
        <p:grpSpPr>
          <a:xfrm>
            <a:off x="1353309" y="1546129"/>
            <a:ext cx="38064009" cy="37163800"/>
            <a:chOff x="1353309" y="1546129"/>
            <a:chExt cx="38064009" cy="37163800"/>
          </a:xfrm>
        </p:grpSpPr>
        <p:cxnSp>
          <p:nvCxnSpPr>
            <p:cNvPr id="2942" name="Straight Connector 2941">
              <a:extLst>
                <a:ext uri="{FF2B5EF4-FFF2-40B4-BE49-F238E27FC236}">
                  <a16:creationId xmlns:a16="http://schemas.microsoft.com/office/drawing/2014/main" id="{76A768A9-E7C9-29E0-6DB0-6951D21BC7D1}"/>
                </a:ext>
              </a:extLst>
            </p:cNvPr>
            <p:cNvCxnSpPr>
              <a:cxnSpLocks/>
            </p:cNvCxnSpPr>
            <p:nvPr/>
          </p:nvCxnSpPr>
          <p:spPr>
            <a:xfrm>
              <a:off x="3078258" y="33203219"/>
              <a:ext cx="18652163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43" name="Straight Connector 2942">
              <a:extLst>
                <a:ext uri="{FF2B5EF4-FFF2-40B4-BE49-F238E27FC236}">
                  <a16:creationId xmlns:a16="http://schemas.microsoft.com/office/drawing/2014/main" id="{982B9ACB-76BB-5739-825C-960B92081409}"/>
                </a:ext>
              </a:extLst>
            </p:cNvPr>
            <p:cNvCxnSpPr>
              <a:cxnSpLocks/>
            </p:cNvCxnSpPr>
            <p:nvPr/>
          </p:nvCxnSpPr>
          <p:spPr>
            <a:xfrm>
              <a:off x="3058180" y="36791619"/>
              <a:ext cx="19200963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38" name="Straight Connector 2937">
              <a:extLst>
                <a:ext uri="{FF2B5EF4-FFF2-40B4-BE49-F238E27FC236}">
                  <a16:creationId xmlns:a16="http://schemas.microsoft.com/office/drawing/2014/main" id="{B954AA2B-F94E-22C1-D63B-373A3259A257}"/>
                </a:ext>
              </a:extLst>
            </p:cNvPr>
            <p:cNvCxnSpPr>
              <a:cxnSpLocks/>
            </p:cNvCxnSpPr>
            <p:nvPr/>
          </p:nvCxnSpPr>
          <p:spPr>
            <a:xfrm>
              <a:off x="8331055" y="30266503"/>
              <a:ext cx="1836000" cy="0"/>
            </a:xfrm>
            <a:prstGeom prst="line">
              <a:avLst/>
            </a:prstGeom>
            <a:ln/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2792" name="Straight Connector 2791">
              <a:extLst>
                <a:ext uri="{FF2B5EF4-FFF2-40B4-BE49-F238E27FC236}">
                  <a16:creationId xmlns:a16="http://schemas.microsoft.com/office/drawing/2014/main" id="{9B1DF2AC-A593-6874-3F44-65DCE6AC0702}"/>
                </a:ext>
              </a:extLst>
            </p:cNvPr>
            <p:cNvCxnSpPr>
              <a:cxnSpLocks/>
            </p:cNvCxnSpPr>
            <p:nvPr/>
          </p:nvCxnSpPr>
          <p:spPr>
            <a:xfrm>
              <a:off x="3059932" y="21076863"/>
              <a:ext cx="18652163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793" name="Straight Connector 2792">
              <a:extLst>
                <a:ext uri="{FF2B5EF4-FFF2-40B4-BE49-F238E27FC236}">
                  <a16:creationId xmlns:a16="http://schemas.microsoft.com/office/drawing/2014/main" id="{1CB2D234-6FAA-7C0E-371F-CF96CE82111B}"/>
                </a:ext>
              </a:extLst>
            </p:cNvPr>
            <p:cNvCxnSpPr>
              <a:cxnSpLocks/>
            </p:cNvCxnSpPr>
            <p:nvPr/>
          </p:nvCxnSpPr>
          <p:spPr>
            <a:xfrm>
              <a:off x="3059932" y="24665263"/>
              <a:ext cx="19180885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06" name="Straight Connector 2505">
              <a:extLst>
                <a:ext uri="{FF2B5EF4-FFF2-40B4-BE49-F238E27FC236}">
                  <a16:creationId xmlns:a16="http://schemas.microsoft.com/office/drawing/2014/main" id="{9CA12AF2-29C5-B151-3909-C3F5385E39D6}"/>
                </a:ext>
              </a:extLst>
            </p:cNvPr>
            <p:cNvCxnSpPr>
              <a:cxnSpLocks/>
            </p:cNvCxnSpPr>
            <p:nvPr/>
          </p:nvCxnSpPr>
          <p:spPr>
            <a:xfrm>
              <a:off x="8326734" y="18129829"/>
              <a:ext cx="1836000" cy="0"/>
            </a:xfrm>
            <a:prstGeom prst="line">
              <a:avLst/>
            </a:prstGeom>
            <a:ln/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643" name="Straight Connector 642">
              <a:extLst>
                <a:ext uri="{FF2B5EF4-FFF2-40B4-BE49-F238E27FC236}">
                  <a16:creationId xmlns:a16="http://schemas.microsoft.com/office/drawing/2014/main" id="{A3989BE2-70C7-9130-EB1B-7253A2337243}"/>
                </a:ext>
              </a:extLst>
            </p:cNvPr>
            <p:cNvCxnSpPr>
              <a:cxnSpLocks/>
              <a:stCxn id="895" idx="3"/>
            </p:cNvCxnSpPr>
            <p:nvPr/>
          </p:nvCxnSpPr>
          <p:spPr>
            <a:xfrm>
              <a:off x="1886939" y="3729583"/>
              <a:ext cx="2880000" cy="0"/>
            </a:xfrm>
            <a:prstGeom prst="line">
              <a:avLst/>
            </a:prstGeom>
            <a:ln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44" name="Straight Connector 643">
              <a:extLst>
                <a:ext uri="{FF2B5EF4-FFF2-40B4-BE49-F238E27FC236}">
                  <a16:creationId xmlns:a16="http://schemas.microsoft.com/office/drawing/2014/main" id="{CFD1C65C-FC61-5CDE-C9AB-4780CBE1A2F5}"/>
                </a:ext>
              </a:extLst>
            </p:cNvPr>
            <p:cNvCxnSpPr>
              <a:cxnSpLocks/>
              <a:stCxn id="896" idx="3"/>
            </p:cNvCxnSpPr>
            <p:nvPr/>
          </p:nvCxnSpPr>
          <p:spPr>
            <a:xfrm>
              <a:off x="1886709" y="4161583"/>
              <a:ext cx="2868359" cy="0"/>
            </a:xfrm>
            <a:prstGeom prst="line">
              <a:avLst/>
            </a:prstGeom>
            <a:ln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</p:cxnSp>
        <p:cxnSp>
          <p:nvCxnSpPr>
            <p:cNvPr id="645" name="Elbow Connector 644">
              <a:extLst>
                <a:ext uri="{FF2B5EF4-FFF2-40B4-BE49-F238E27FC236}">
                  <a16:creationId xmlns:a16="http://schemas.microsoft.com/office/drawing/2014/main" id="{424E9AE8-D6C3-AC73-7802-FD223F914D6C}"/>
                </a:ext>
              </a:extLst>
            </p:cNvPr>
            <p:cNvCxnSpPr>
              <a:cxnSpLocks/>
            </p:cNvCxnSpPr>
            <p:nvPr/>
          </p:nvCxnSpPr>
          <p:spPr>
            <a:xfrm>
              <a:off x="2607169" y="2844505"/>
              <a:ext cx="2147899" cy="501097"/>
            </a:xfrm>
            <a:prstGeom prst="bentConnector3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46" name="Rectangle 645">
              <a:extLst>
                <a:ext uri="{FF2B5EF4-FFF2-40B4-BE49-F238E27FC236}">
                  <a16:creationId xmlns:a16="http://schemas.microsoft.com/office/drawing/2014/main" id="{CD3C3827-95DD-7D55-2782-F4D054368883}"/>
                </a:ext>
              </a:extLst>
            </p:cNvPr>
            <p:cNvSpPr/>
            <p:nvPr/>
          </p:nvSpPr>
          <p:spPr>
            <a:xfrm>
              <a:off x="4758608" y="3010893"/>
              <a:ext cx="1440000" cy="1440000"/>
            </a:xfrm>
            <a:prstGeom prst="rect">
              <a:avLst/>
            </a:prstGeom>
            <a:ln>
              <a:solidFill>
                <a:srgbClr val="032333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200" dirty="0"/>
                <a:t>LOW PASS FILTER RED</a:t>
              </a:r>
            </a:p>
          </p:txBody>
        </p:sp>
        <p:sp>
          <p:nvSpPr>
            <p:cNvPr id="647" name="Oval 646">
              <a:extLst>
                <a:ext uri="{FF2B5EF4-FFF2-40B4-BE49-F238E27FC236}">
                  <a16:creationId xmlns:a16="http://schemas.microsoft.com/office/drawing/2014/main" id="{E8F4BEED-0B8D-F65B-D128-2DDF673511CA}"/>
                </a:ext>
              </a:extLst>
            </p:cNvPr>
            <p:cNvSpPr/>
            <p:nvPr/>
          </p:nvSpPr>
          <p:spPr>
            <a:xfrm>
              <a:off x="3628525" y="2790503"/>
              <a:ext cx="108000" cy="10800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48" name="Group 647">
              <a:extLst>
                <a:ext uri="{FF2B5EF4-FFF2-40B4-BE49-F238E27FC236}">
                  <a16:creationId xmlns:a16="http://schemas.microsoft.com/office/drawing/2014/main" id="{31DE9EEE-154F-0F63-5C92-BB1581F43B7F}"/>
                </a:ext>
              </a:extLst>
            </p:cNvPr>
            <p:cNvGrpSpPr/>
            <p:nvPr/>
          </p:nvGrpSpPr>
          <p:grpSpPr>
            <a:xfrm>
              <a:off x="2607170" y="2790504"/>
              <a:ext cx="10365467" cy="3474595"/>
              <a:chOff x="1609800" y="1497024"/>
              <a:chExt cx="10365467" cy="3474595"/>
            </a:xfrm>
          </p:grpSpPr>
          <p:cxnSp>
            <p:nvCxnSpPr>
              <p:cNvPr id="1000" name="Elbow Connector 999">
                <a:extLst>
                  <a:ext uri="{FF2B5EF4-FFF2-40B4-BE49-F238E27FC236}">
                    <a16:creationId xmlns:a16="http://schemas.microsoft.com/office/drawing/2014/main" id="{FEAFF6BE-467A-C3CF-4D76-7418E3AECC8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09800" y="1551025"/>
                <a:ext cx="7484202" cy="710365"/>
              </a:xfrm>
              <a:prstGeom prst="bentConnector3">
                <a:avLst>
                  <a:gd name="adj1" fmla="val 60826"/>
                </a:avLst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08" name="Rectangle 1007">
                <a:extLst>
                  <a:ext uri="{FF2B5EF4-FFF2-40B4-BE49-F238E27FC236}">
                    <a16:creationId xmlns:a16="http://schemas.microsoft.com/office/drawing/2014/main" id="{30B3F057-9D40-CF14-8A24-CA018B814BB9}"/>
                  </a:ext>
                </a:extLst>
              </p:cNvPr>
              <p:cNvSpPr/>
              <p:nvPr/>
            </p:nvSpPr>
            <p:spPr>
              <a:xfrm>
                <a:off x="9095267" y="2091619"/>
                <a:ext cx="2880000" cy="2880000"/>
              </a:xfrm>
              <a:prstGeom prst="rect">
                <a:avLst/>
              </a:prstGeom>
              <a:ln>
                <a:solidFill>
                  <a:srgbClr val="032333"/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dirty="0"/>
                  <a:t>EPI COMPILER RED</a:t>
                </a:r>
              </a:p>
            </p:txBody>
          </p:sp>
          <p:sp>
            <p:nvSpPr>
              <p:cNvPr id="1009" name="Oval 1008">
                <a:extLst>
                  <a:ext uri="{FF2B5EF4-FFF2-40B4-BE49-F238E27FC236}">
                    <a16:creationId xmlns:a16="http://schemas.microsoft.com/office/drawing/2014/main" id="{305D21D8-B4CE-9822-6EB0-8E6C7D3283B9}"/>
                  </a:ext>
                </a:extLst>
              </p:cNvPr>
              <p:cNvSpPr/>
              <p:nvPr/>
            </p:nvSpPr>
            <p:spPr>
              <a:xfrm>
                <a:off x="6107747" y="1497024"/>
                <a:ext cx="108000" cy="108000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49" name="Group 648">
              <a:extLst>
                <a:ext uri="{FF2B5EF4-FFF2-40B4-BE49-F238E27FC236}">
                  <a16:creationId xmlns:a16="http://schemas.microsoft.com/office/drawing/2014/main" id="{E5A6071A-E8BC-55C7-700A-A66AEF485749}"/>
                </a:ext>
              </a:extLst>
            </p:cNvPr>
            <p:cNvGrpSpPr/>
            <p:nvPr/>
          </p:nvGrpSpPr>
          <p:grpSpPr>
            <a:xfrm>
              <a:off x="2607168" y="2790503"/>
              <a:ext cx="19023845" cy="4835090"/>
              <a:chOff x="1609800" y="1497024"/>
              <a:chExt cx="19023845" cy="4835090"/>
            </a:xfrm>
          </p:grpSpPr>
          <p:cxnSp>
            <p:nvCxnSpPr>
              <p:cNvPr id="988" name="Elbow Connector 987">
                <a:extLst>
                  <a:ext uri="{FF2B5EF4-FFF2-40B4-BE49-F238E27FC236}">
                    <a16:creationId xmlns:a16="http://schemas.microsoft.com/office/drawing/2014/main" id="{F2B73947-328A-8091-E2BA-35CEA411DF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09800" y="1551025"/>
                <a:ext cx="19023845" cy="4781089"/>
              </a:xfrm>
              <a:prstGeom prst="bentConnector3">
                <a:avLst>
                  <a:gd name="adj1" fmla="val 2387"/>
                </a:avLst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92" name="Oval 991">
                <a:extLst>
                  <a:ext uri="{FF2B5EF4-FFF2-40B4-BE49-F238E27FC236}">
                    <a16:creationId xmlns:a16="http://schemas.microsoft.com/office/drawing/2014/main" id="{DDC64BC6-9F04-CD81-C9CC-3F0A52179839}"/>
                  </a:ext>
                </a:extLst>
              </p:cNvPr>
              <p:cNvSpPr/>
              <p:nvPr/>
            </p:nvSpPr>
            <p:spPr>
              <a:xfrm>
                <a:off x="2010012" y="1497024"/>
                <a:ext cx="108000" cy="108000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50" name="Oval 649">
              <a:extLst>
                <a:ext uri="{FF2B5EF4-FFF2-40B4-BE49-F238E27FC236}">
                  <a16:creationId xmlns:a16="http://schemas.microsoft.com/office/drawing/2014/main" id="{79759F01-5779-A0EA-7404-BCDA81C7F589}"/>
                </a:ext>
              </a:extLst>
            </p:cNvPr>
            <p:cNvSpPr/>
            <p:nvPr/>
          </p:nvSpPr>
          <p:spPr>
            <a:xfrm>
              <a:off x="3007380" y="7580716"/>
              <a:ext cx="108000" cy="10800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68" name="Elbow Connector 967">
              <a:extLst>
                <a:ext uri="{FF2B5EF4-FFF2-40B4-BE49-F238E27FC236}">
                  <a16:creationId xmlns:a16="http://schemas.microsoft.com/office/drawing/2014/main" id="{05E6C069-16BF-94CF-FC34-BD249898876B}"/>
                </a:ext>
              </a:extLst>
            </p:cNvPr>
            <p:cNvCxnSpPr>
              <a:cxnSpLocks/>
            </p:cNvCxnSpPr>
            <p:nvPr/>
          </p:nvCxnSpPr>
          <p:spPr>
            <a:xfrm>
              <a:off x="2611345" y="2844506"/>
              <a:ext cx="19510424" cy="8365456"/>
            </a:xfrm>
            <a:prstGeom prst="bentConnector3">
              <a:avLst>
                <a:gd name="adj1" fmla="val 2293"/>
              </a:avLst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654" name="Group 653">
              <a:extLst>
                <a:ext uri="{FF2B5EF4-FFF2-40B4-BE49-F238E27FC236}">
                  <a16:creationId xmlns:a16="http://schemas.microsoft.com/office/drawing/2014/main" id="{8B57C10E-38F3-4B82-E300-A2540D74D03B}"/>
                </a:ext>
              </a:extLst>
            </p:cNvPr>
            <p:cNvGrpSpPr/>
            <p:nvPr/>
          </p:nvGrpSpPr>
          <p:grpSpPr>
            <a:xfrm>
              <a:off x="1354000" y="3597480"/>
              <a:ext cx="932400" cy="717077"/>
              <a:chOff x="2480168" y="2958511"/>
              <a:chExt cx="933612" cy="717077"/>
            </a:xfrm>
          </p:grpSpPr>
          <p:sp>
            <p:nvSpPr>
              <p:cNvPr id="895" name="Pentagon 894">
                <a:extLst>
                  <a:ext uri="{FF2B5EF4-FFF2-40B4-BE49-F238E27FC236}">
                    <a16:creationId xmlns:a16="http://schemas.microsoft.com/office/drawing/2014/main" id="{2F3A090B-42B4-3927-D4EF-18F481D4F187}"/>
                  </a:ext>
                </a:extLst>
              </p:cNvPr>
              <p:cNvSpPr/>
              <p:nvPr/>
            </p:nvSpPr>
            <p:spPr>
              <a:xfrm>
                <a:off x="2480400" y="2958511"/>
                <a:ext cx="533400" cy="264207"/>
              </a:xfrm>
              <a:prstGeom prst="homePlat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  <p:sp>
            <p:nvSpPr>
              <p:cNvPr id="896" name="Pentagon 895">
                <a:extLst>
                  <a:ext uri="{FF2B5EF4-FFF2-40B4-BE49-F238E27FC236}">
                    <a16:creationId xmlns:a16="http://schemas.microsoft.com/office/drawing/2014/main" id="{CF83E739-C57B-C747-277C-1E80AB71B94B}"/>
                  </a:ext>
                </a:extLst>
              </p:cNvPr>
              <p:cNvSpPr/>
              <p:nvPr/>
            </p:nvSpPr>
            <p:spPr>
              <a:xfrm>
                <a:off x="2480168" y="3390511"/>
                <a:ext cx="533400" cy="264207"/>
              </a:xfrm>
              <a:prstGeom prst="homePlate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cxnSp>
            <p:nvCxnSpPr>
              <p:cNvPr id="897" name="Straight Connector 896">
                <a:extLst>
                  <a:ext uri="{FF2B5EF4-FFF2-40B4-BE49-F238E27FC236}">
                    <a16:creationId xmlns:a16="http://schemas.microsoft.com/office/drawing/2014/main" id="{EA1500BE-203A-10E1-62DA-5F3C994BBBD6}"/>
                  </a:ext>
                </a:extLst>
              </p:cNvPr>
              <p:cNvCxnSpPr/>
              <p:nvPr/>
            </p:nvCxnSpPr>
            <p:spPr>
              <a:xfrm flipH="1">
                <a:off x="3089780" y="3351588"/>
                <a:ext cx="324000" cy="324000"/>
              </a:xfrm>
              <a:prstGeom prst="line">
                <a:avLst/>
              </a:prstGeom>
              <a:ln>
                <a:solidFill>
                  <a:srgbClr val="612C0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55" name="Straight Connector 654">
              <a:extLst>
                <a:ext uri="{FF2B5EF4-FFF2-40B4-BE49-F238E27FC236}">
                  <a16:creationId xmlns:a16="http://schemas.microsoft.com/office/drawing/2014/main" id="{EF61F480-0BFC-E765-43B6-43EB4798E128}"/>
                </a:ext>
              </a:extLst>
            </p:cNvPr>
            <p:cNvCxnSpPr>
              <a:cxnSpLocks/>
            </p:cNvCxnSpPr>
            <p:nvPr/>
          </p:nvCxnSpPr>
          <p:spPr>
            <a:xfrm>
              <a:off x="2600409" y="17233048"/>
              <a:ext cx="2218725" cy="0"/>
            </a:xfrm>
            <a:prstGeom prst="line">
              <a:avLst/>
            </a:prstGeom>
            <a:ln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56" name="Straight Connector 655">
              <a:extLst>
                <a:ext uri="{FF2B5EF4-FFF2-40B4-BE49-F238E27FC236}">
                  <a16:creationId xmlns:a16="http://schemas.microsoft.com/office/drawing/2014/main" id="{6B9F4E30-C071-C1F8-0608-E57396652DE6}"/>
                </a:ext>
              </a:extLst>
            </p:cNvPr>
            <p:cNvCxnSpPr>
              <a:cxnSpLocks/>
            </p:cNvCxnSpPr>
            <p:nvPr/>
          </p:nvCxnSpPr>
          <p:spPr>
            <a:xfrm>
              <a:off x="2116517" y="17665930"/>
              <a:ext cx="2702616" cy="0"/>
            </a:xfrm>
            <a:prstGeom prst="line">
              <a:avLst/>
            </a:prstGeom>
            <a:ln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</p:cxnSp>
        <p:cxnSp>
          <p:nvCxnSpPr>
            <p:cNvPr id="657" name="Straight Connector 656">
              <a:extLst>
                <a:ext uri="{FF2B5EF4-FFF2-40B4-BE49-F238E27FC236}">
                  <a16:creationId xmlns:a16="http://schemas.microsoft.com/office/drawing/2014/main" id="{DB56EE21-6224-6047-C696-3ADC080561B3}"/>
                </a:ext>
              </a:extLst>
            </p:cNvPr>
            <p:cNvCxnSpPr>
              <a:cxnSpLocks/>
            </p:cNvCxnSpPr>
            <p:nvPr/>
          </p:nvCxnSpPr>
          <p:spPr>
            <a:xfrm>
              <a:off x="3058180" y="2844503"/>
              <a:ext cx="0" cy="3394711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58" name="Straight Connector 657">
              <a:extLst>
                <a:ext uri="{FF2B5EF4-FFF2-40B4-BE49-F238E27FC236}">
                  <a16:creationId xmlns:a16="http://schemas.microsoft.com/office/drawing/2014/main" id="{ACB6A2AB-07DD-CAAD-9089-E13AB40B5A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61380" y="16864770"/>
              <a:ext cx="1757753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59" name="Straight Connector 658">
              <a:extLst>
                <a:ext uri="{FF2B5EF4-FFF2-40B4-BE49-F238E27FC236}">
                  <a16:creationId xmlns:a16="http://schemas.microsoft.com/office/drawing/2014/main" id="{3B94DB6B-97A8-AB87-A2CE-9CB66A3EA4EA}"/>
                </a:ext>
              </a:extLst>
            </p:cNvPr>
            <p:cNvCxnSpPr>
              <a:cxnSpLocks/>
            </p:cNvCxnSpPr>
            <p:nvPr/>
          </p:nvCxnSpPr>
          <p:spPr>
            <a:xfrm>
              <a:off x="2117163" y="4161584"/>
              <a:ext cx="0" cy="25633831"/>
            </a:xfrm>
            <a:prstGeom prst="line">
              <a:avLst/>
            </a:prstGeom>
            <a:ln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</p:cxnSp>
        <p:cxnSp>
          <p:nvCxnSpPr>
            <p:cNvPr id="660" name="Straight Connector 659">
              <a:extLst>
                <a:ext uri="{FF2B5EF4-FFF2-40B4-BE49-F238E27FC236}">
                  <a16:creationId xmlns:a16="http://schemas.microsoft.com/office/drawing/2014/main" id="{8B409757-465F-F564-1654-3DF3729A260C}"/>
                </a:ext>
              </a:extLst>
            </p:cNvPr>
            <p:cNvCxnSpPr>
              <a:cxnSpLocks/>
            </p:cNvCxnSpPr>
            <p:nvPr/>
          </p:nvCxnSpPr>
          <p:spPr>
            <a:xfrm>
              <a:off x="2600408" y="3729584"/>
              <a:ext cx="0" cy="25632949"/>
            </a:xfrm>
            <a:prstGeom prst="line">
              <a:avLst/>
            </a:prstGeom>
            <a:ln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881" name="Oval 880">
              <a:extLst>
                <a:ext uri="{FF2B5EF4-FFF2-40B4-BE49-F238E27FC236}">
                  <a16:creationId xmlns:a16="http://schemas.microsoft.com/office/drawing/2014/main" id="{D412EB24-0A6D-DA81-D8B6-DC71B05DBBC7}"/>
                </a:ext>
              </a:extLst>
            </p:cNvPr>
            <p:cNvSpPr/>
            <p:nvPr/>
          </p:nvSpPr>
          <p:spPr>
            <a:xfrm>
              <a:off x="3002757" y="15979202"/>
              <a:ext cx="108000" cy="10800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65" name="Group 664">
              <a:extLst>
                <a:ext uri="{FF2B5EF4-FFF2-40B4-BE49-F238E27FC236}">
                  <a16:creationId xmlns:a16="http://schemas.microsoft.com/office/drawing/2014/main" id="{538CF989-25DE-13C8-A6A4-511D670DE46E}"/>
                </a:ext>
              </a:extLst>
            </p:cNvPr>
            <p:cNvGrpSpPr/>
            <p:nvPr/>
          </p:nvGrpSpPr>
          <p:grpSpPr>
            <a:xfrm>
              <a:off x="37612929" y="9328876"/>
              <a:ext cx="725083" cy="18556242"/>
              <a:chOff x="32238338" y="-2236509"/>
              <a:chExt cx="725083" cy="18556242"/>
            </a:xfrm>
          </p:grpSpPr>
          <p:cxnSp>
            <p:nvCxnSpPr>
              <p:cNvPr id="843" name="Straight Connector 842">
                <a:extLst>
                  <a:ext uri="{FF2B5EF4-FFF2-40B4-BE49-F238E27FC236}">
                    <a16:creationId xmlns:a16="http://schemas.microsoft.com/office/drawing/2014/main" id="{BDA49472-5335-82A6-9CA2-9729C700BF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957826" y="-1401722"/>
                <a:ext cx="5595" cy="17039737"/>
              </a:xfrm>
              <a:prstGeom prst="line">
                <a:avLst/>
              </a:prstGeom>
              <a:ln>
                <a:solidFill>
                  <a:srgbClr val="622C0E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847" name="Straight Connector 846">
                <a:extLst>
                  <a:ext uri="{FF2B5EF4-FFF2-40B4-BE49-F238E27FC236}">
                    <a16:creationId xmlns:a16="http://schemas.microsoft.com/office/drawing/2014/main" id="{8D19C36C-455E-DDF3-EADA-FE1787BD61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593006" y="-1815867"/>
                <a:ext cx="0" cy="17833521"/>
              </a:xfrm>
              <a:prstGeom prst="line">
                <a:avLst/>
              </a:prstGeom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1" name="Straight Connector 850">
                <a:extLst>
                  <a:ext uri="{FF2B5EF4-FFF2-40B4-BE49-F238E27FC236}">
                    <a16:creationId xmlns:a16="http://schemas.microsoft.com/office/drawing/2014/main" id="{BCDD478B-0695-60D7-1B48-1ACD8ECBCC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238338" y="-2236509"/>
                <a:ext cx="0" cy="18556242"/>
              </a:xfrm>
              <a:prstGeom prst="line">
                <a:avLst/>
              </a:prstGeom>
              <a:ln>
                <a:solidFill>
                  <a:srgbClr val="1B440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66" name="Group 665">
              <a:extLst>
                <a:ext uri="{FF2B5EF4-FFF2-40B4-BE49-F238E27FC236}">
                  <a16:creationId xmlns:a16="http://schemas.microsoft.com/office/drawing/2014/main" id="{65A1D624-3D06-D1B4-BBBB-5A3FAB744706}"/>
                </a:ext>
              </a:extLst>
            </p:cNvPr>
            <p:cNvGrpSpPr/>
            <p:nvPr/>
          </p:nvGrpSpPr>
          <p:grpSpPr>
            <a:xfrm>
              <a:off x="22255360" y="9733689"/>
              <a:ext cx="7253649" cy="15891026"/>
              <a:chOff x="21207108" y="-4963636"/>
              <a:chExt cx="7253649" cy="15891026"/>
            </a:xfrm>
          </p:grpSpPr>
          <p:cxnSp>
            <p:nvCxnSpPr>
              <p:cNvPr id="824" name="Straight Connector 823">
                <a:extLst>
                  <a:ext uri="{FF2B5EF4-FFF2-40B4-BE49-F238E27FC236}">
                    <a16:creationId xmlns:a16="http://schemas.microsoft.com/office/drawing/2014/main" id="{50BF0D73-D157-F03B-4200-04126ADE93E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460757" y="-4963636"/>
                <a:ext cx="0" cy="12268724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6" name="Straight Connector 825">
                <a:extLst>
                  <a:ext uri="{FF2B5EF4-FFF2-40B4-BE49-F238E27FC236}">
                    <a16:creationId xmlns:a16="http://schemas.microsoft.com/office/drawing/2014/main" id="{522B3133-5FAA-9E07-99D6-FAFA2323B9E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898427" y="-4111390"/>
                <a:ext cx="0" cy="15038780"/>
              </a:xfrm>
              <a:prstGeom prst="line">
                <a:avLst/>
              </a:prstGeom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27" name="Oval 826">
                <a:extLst>
                  <a:ext uri="{FF2B5EF4-FFF2-40B4-BE49-F238E27FC236}">
                    <a16:creationId xmlns:a16="http://schemas.microsoft.com/office/drawing/2014/main" id="{3A520ED6-6990-91CA-FA4E-D2383F4ACCCC}"/>
                  </a:ext>
                </a:extLst>
              </p:cNvPr>
              <p:cNvSpPr/>
              <p:nvPr/>
            </p:nvSpPr>
            <p:spPr>
              <a:xfrm>
                <a:off x="21207108" y="2945220"/>
                <a:ext cx="108000" cy="108000"/>
              </a:xfrm>
              <a:prstGeom prst="ellipse">
                <a:avLst/>
              </a:prstGeom>
              <a:solidFill>
                <a:srgbClr val="400B3B"/>
              </a:solidFill>
              <a:ln>
                <a:solidFill>
                  <a:srgbClr val="400B3B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828" name="Straight Connector 827">
                <a:extLst>
                  <a:ext uri="{FF2B5EF4-FFF2-40B4-BE49-F238E27FC236}">
                    <a16:creationId xmlns:a16="http://schemas.microsoft.com/office/drawing/2014/main" id="{8354C3AA-0C03-C16A-9B58-3A3477B289D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335041" y="-2808775"/>
                <a:ext cx="0" cy="5858034"/>
              </a:xfrm>
              <a:prstGeom prst="line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</p:grpSp>
        <p:grpSp>
          <p:nvGrpSpPr>
            <p:cNvPr id="667" name="Group 666">
              <a:extLst>
                <a:ext uri="{FF2B5EF4-FFF2-40B4-BE49-F238E27FC236}">
                  <a16:creationId xmlns:a16="http://schemas.microsoft.com/office/drawing/2014/main" id="{F7A09BE0-AB97-F035-6042-D83A9324DC42}"/>
                </a:ext>
              </a:extLst>
            </p:cNvPr>
            <p:cNvGrpSpPr/>
            <p:nvPr/>
          </p:nvGrpSpPr>
          <p:grpSpPr>
            <a:xfrm>
              <a:off x="3064842" y="15983656"/>
              <a:ext cx="9973945" cy="3666028"/>
              <a:chOff x="2032430" y="1305591"/>
              <a:chExt cx="9973945" cy="3666028"/>
            </a:xfrm>
          </p:grpSpPr>
          <p:cxnSp>
            <p:nvCxnSpPr>
              <p:cNvPr id="809" name="Elbow Connector 808">
                <a:extLst>
                  <a:ext uri="{FF2B5EF4-FFF2-40B4-BE49-F238E27FC236}">
                    <a16:creationId xmlns:a16="http://schemas.microsoft.com/office/drawing/2014/main" id="{5DDE7E78-7483-673A-4FBE-6D8D924DDD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32430" y="1353568"/>
                <a:ext cx="7087055" cy="895959"/>
              </a:xfrm>
              <a:prstGeom prst="bentConnector3">
                <a:avLst>
                  <a:gd name="adj1" fmla="val 58048"/>
                </a:avLst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817" name="Rectangle 816">
                <a:extLst>
                  <a:ext uri="{FF2B5EF4-FFF2-40B4-BE49-F238E27FC236}">
                    <a16:creationId xmlns:a16="http://schemas.microsoft.com/office/drawing/2014/main" id="{CC951C95-EEFD-A0A4-4777-94AD48EE82AF}"/>
                  </a:ext>
                </a:extLst>
              </p:cNvPr>
              <p:cNvSpPr/>
              <p:nvPr/>
            </p:nvSpPr>
            <p:spPr>
              <a:xfrm>
                <a:off x="9126375" y="2091619"/>
                <a:ext cx="2880000" cy="2880000"/>
              </a:xfrm>
              <a:prstGeom prst="rect">
                <a:avLst/>
              </a:prstGeom>
              <a:ln>
                <a:solidFill>
                  <a:srgbClr val="032333"/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dirty="0"/>
                  <a:t>EPI COMPILER GREEN</a:t>
                </a:r>
              </a:p>
            </p:txBody>
          </p:sp>
          <p:sp>
            <p:nvSpPr>
              <p:cNvPr id="818" name="Oval 817">
                <a:extLst>
                  <a:ext uri="{FF2B5EF4-FFF2-40B4-BE49-F238E27FC236}">
                    <a16:creationId xmlns:a16="http://schemas.microsoft.com/office/drawing/2014/main" id="{E2B298CF-CDD5-FFC4-C31C-34569F86452D}"/>
                  </a:ext>
                </a:extLst>
              </p:cNvPr>
              <p:cNvSpPr/>
              <p:nvPr/>
            </p:nvSpPr>
            <p:spPr>
              <a:xfrm>
                <a:off x="6096244" y="1305591"/>
                <a:ext cx="108000" cy="108000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668" name="Group 667">
              <a:extLst>
                <a:ext uri="{FF2B5EF4-FFF2-40B4-BE49-F238E27FC236}">
                  <a16:creationId xmlns:a16="http://schemas.microsoft.com/office/drawing/2014/main" id="{E8939E06-C52B-F955-ECEC-1B92EB84AA55}"/>
                </a:ext>
              </a:extLst>
            </p:cNvPr>
            <p:cNvGrpSpPr/>
            <p:nvPr/>
          </p:nvGrpSpPr>
          <p:grpSpPr>
            <a:xfrm>
              <a:off x="35643600" y="9292282"/>
              <a:ext cx="3773718" cy="2263444"/>
              <a:chOff x="29883461" y="9292282"/>
              <a:chExt cx="3773718" cy="2263444"/>
            </a:xfrm>
          </p:grpSpPr>
          <p:grpSp>
            <p:nvGrpSpPr>
              <p:cNvPr id="792" name="Group 791">
                <a:extLst>
                  <a:ext uri="{FF2B5EF4-FFF2-40B4-BE49-F238E27FC236}">
                    <a16:creationId xmlns:a16="http://schemas.microsoft.com/office/drawing/2014/main" id="{E726C2A7-5F45-14E8-D822-467E035CF7BF}"/>
                  </a:ext>
                </a:extLst>
              </p:cNvPr>
              <p:cNvGrpSpPr/>
              <p:nvPr/>
            </p:nvGrpSpPr>
            <p:grpSpPr>
              <a:xfrm>
                <a:off x="29883461" y="10458453"/>
                <a:ext cx="3773718" cy="1097273"/>
                <a:chOff x="28525775" y="9164972"/>
                <a:chExt cx="3773718" cy="1097273"/>
              </a:xfrm>
            </p:grpSpPr>
            <p:cxnSp>
              <p:nvCxnSpPr>
                <p:cNvPr id="796" name="Straight Connector 795">
                  <a:extLst>
                    <a:ext uri="{FF2B5EF4-FFF2-40B4-BE49-F238E27FC236}">
                      <a16:creationId xmlns:a16="http://schemas.microsoft.com/office/drawing/2014/main" id="{5E9D200B-8946-098C-5A73-785EB62AF7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8525775" y="9297975"/>
                  <a:ext cx="3240000" cy="1"/>
                </a:xfrm>
                <a:prstGeom prst="line">
                  <a:avLst/>
                </a:prstGeom>
                <a:ln>
                  <a:solidFill>
                    <a:srgbClr val="052808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97" name="Straight Connector 796">
                  <a:extLst>
                    <a:ext uri="{FF2B5EF4-FFF2-40B4-BE49-F238E27FC236}">
                      <a16:creationId xmlns:a16="http://schemas.microsoft.com/office/drawing/2014/main" id="{AD37F963-955B-915A-B4D2-F0B68FA8C44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8525775" y="9714700"/>
                  <a:ext cx="3240000" cy="1"/>
                </a:xfrm>
                <a:prstGeom prst="line">
                  <a:avLst/>
                </a:prstGeom>
                <a:ln>
                  <a:solidFill>
                    <a:srgbClr val="024059"/>
                  </a:solidFill>
                </a:ln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</p:cxnSp>
            <p:cxnSp>
              <p:nvCxnSpPr>
                <p:cNvPr id="798" name="Straight Connector 797">
                  <a:extLst>
                    <a:ext uri="{FF2B5EF4-FFF2-40B4-BE49-F238E27FC236}">
                      <a16:creationId xmlns:a16="http://schemas.microsoft.com/office/drawing/2014/main" id="{1363FBF2-B9A8-FDAF-05F7-38AAE5262EC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8525775" y="10131587"/>
                  <a:ext cx="3240000" cy="1"/>
                </a:xfrm>
                <a:prstGeom prst="line">
                  <a:avLst/>
                </a:prstGeom>
                <a:ln>
                  <a:solidFill>
                    <a:srgbClr val="400B3B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99" name="Pentagon 798">
                  <a:extLst>
                    <a:ext uri="{FF2B5EF4-FFF2-40B4-BE49-F238E27FC236}">
                      <a16:creationId xmlns:a16="http://schemas.microsoft.com/office/drawing/2014/main" id="{64CF68E5-BACE-01D3-63A8-1F48F99D4CB3}"/>
                    </a:ext>
                  </a:extLst>
                </p:cNvPr>
                <p:cNvSpPr/>
                <p:nvPr/>
              </p:nvSpPr>
              <p:spPr>
                <a:xfrm>
                  <a:off x="31766093" y="9164972"/>
                  <a:ext cx="533400" cy="264207"/>
                </a:xfrm>
                <a:prstGeom prst="homePlate">
                  <a:avLst/>
                </a:prstGeom>
              </p:spPr>
              <p:style>
                <a:lnRef idx="2">
                  <a:schemeClr val="accent3">
                    <a:shade val="15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800" name="Pentagon 799">
                  <a:extLst>
                    <a:ext uri="{FF2B5EF4-FFF2-40B4-BE49-F238E27FC236}">
                      <a16:creationId xmlns:a16="http://schemas.microsoft.com/office/drawing/2014/main" id="{810018BF-41F8-01CC-8E86-A818956DC3B2}"/>
                    </a:ext>
                  </a:extLst>
                </p:cNvPr>
                <p:cNvSpPr/>
                <p:nvPr/>
              </p:nvSpPr>
              <p:spPr>
                <a:xfrm>
                  <a:off x="31766093" y="9581505"/>
                  <a:ext cx="533400" cy="264207"/>
                </a:xfrm>
                <a:prstGeom prst="homePlate">
                  <a:avLst/>
                </a:prstGeom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801" name="Pentagon 800">
                  <a:extLst>
                    <a:ext uri="{FF2B5EF4-FFF2-40B4-BE49-F238E27FC236}">
                      <a16:creationId xmlns:a16="http://schemas.microsoft.com/office/drawing/2014/main" id="{ADF03C16-4375-89FC-1DF9-CA16803C2FE8}"/>
                    </a:ext>
                  </a:extLst>
                </p:cNvPr>
                <p:cNvSpPr/>
                <p:nvPr/>
              </p:nvSpPr>
              <p:spPr>
                <a:xfrm>
                  <a:off x="31766093" y="9998038"/>
                  <a:ext cx="533400" cy="264207"/>
                </a:xfrm>
                <a:prstGeom prst="homePlate">
                  <a:avLst/>
                </a:prstGeom>
              </p:spPr>
              <p:style>
                <a:lnRef idx="2">
                  <a:schemeClr val="accent5">
                    <a:shade val="15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 dirty="0"/>
                </a:p>
              </p:txBody>
            </p:sp>
          </p:grpSp>
          <p:sp>
            <p:nvSpPr>
              <p:cNvPr id="793" name="Oval 792">
                <a:extLst>
                  <a:ext uri="{FF2B5EF4-FFF2-40B4-BE49-F238E27FC236}">
                    <a16:creationId xmlns:a16="http://schemas.microsoft.com/office/drawing/2014/main" id="{2508AE59-5989-3603-F05D-AF81E7D794B6}"/>
                  </a:ext>
                </a:extLst>
              </p:cNvPr>
              <p:cNvSpPr/>
              <p:nvPr/>
            </p:nvSpPr>
            <p:spPr>
              <a:xfrm>
                <a:off x="31797920" y="9292282"/>
                <a:ext cx="108000" cy="108000"/>
              </a:xfrm>
              <a:prstGeom prst="ellipse">
                <a:avLst/>
              </a:prstGeom>
              <a:solidFill>
                <a:srgbClr val="1D440D"/>
              </a:solidFill>
              <a:ln>
                <a:solidFill>
                  <a:srgbClr val="1D440D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94" name="Oval 793">
                <a:extLst>
                  <a:ext uri="{FF2B5EF4-FFF2-40B4-BE49-F238E27FC236}">
                    <a16:creationId xmlns:a16="http://schemas.microsoft.com/office/drawing/2014/main" id="{DEFAC705-9B28-F699-8EAD-0D1B92D76D0C}"/>
                  </a:ext>
                </a:extLst>
              </p:cNvPr>
              <p:cNvSpPr/>
              <p:nvPr/>
            </p:nvSpPr>
            <p:spPr>
              <a:xfrm>
                <a:off x="32518196" y="10125541"/>
                <a:ext cx="108000" cy="108000"/>
              </a:xfrm>
              <a:prstGeom prst="ellipse">
                <a:avLst/>
              </a:prstGeom>
              <a:solidFill>
                <a:srgbClr val="622C0E"/>
              </a:solidFill>
              <a:ln>
                <a:solidFill>
                  <a:srgbClr val="622C0E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95" name="Oval 794">
                <a:extLst>
                  <a:ext uri="{FF2B5EF4-FFF2-40B4-BE49-F238E27FC236}">
                    <a16:creationId xmlns:a16="http://schemas.microsoft.com/office/drawing/2014/main" id="{FCF7E693-E98B-0A6D-7EB8-7DD708425776}"/>
                  </a:ext>
                </a:extLst>
              </p:cNvPr>
              <p:cNvSpPr/>
              <p:nvPr/>
            </p:nvSpPr>
            <p:spPr>
              <a:xfrm>
                <a:off x="32154496" y="9715706"/>
                <a:ext cx="108000" cy="108000"/>
              </a:xfrm>
              <a:prstGeom prst="ellipse">
                <a:avLst/>
              </a:prstGeom>
              <a:solidFill>
                <a:srgbClr val="47D45A"/>
              </a:solidFill>
              <a:ln>
                <a:solidFill>
                  <a:srgbClr val="47D45A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669" name="Rectangle 668">
              <a:extLst>
                <a:ext uri="{FF2B5EF4-FFF2-40B4-BE49-F238E27FC236}">
                  <a16:creationId xmlns:a16="http://schemas.microsoft.com/office/drawing/2014/main" id="{B81FCE37-958B-462F-C797-4AF32E2A259D}"/>
                </a:ext>
              </a:extLst>
            </p:cNvPr>
            <p:cNvSpPr/>
            <p:nvPr/>
          </p:nvSpPr>
          <p:spPr>
            <a:xfrm>
              <a:off x="4819133" y="16513048"/>
              <a:ext cx="1440000" cy="1440000"/>
            </a:xfrm>
            <a:prstGeom prst="rect">
              <a:avLst/>
            </a:prstGeom>
            <a:ln>
              <a:solidFill>
                <a:srgbClr val="032333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200" dirty="0"/>
                <a:t>LOW PASS FILTER GREEN</a:t>
              </a:r>
            </a:p>
          </p:txBody>
        </p:sp>
        <p:sp>
          <p:nvSpPr>
            <p:cNvPr id="671" name="Oval 670">
              <a:extLst>
                <a:ext uri="{FF2B5EF4-FFF2-40B4-BE49-F238E27FC236}">
                  <a16:creationId xmlns:a16="http://schemas.microsoft.com/office/drawing/2014/main" id="{3C92CF60-207B-EFA4-1286-6E7F9EB687EE}"/>
                </a:ext>
              </a:extLst>
            </p:cNvPr>
            <p:cNvSpPr/>
            <p:nvPr/>
          </p:nvSpPr>
          <p:spPr>
            <a:xfrm>
              <a:off x="28329596" y="11839016"/>
              <a:ext cx="108000" cy="108000"/>
            </a:xfrm>
            <a:prstGeom prst="ellipse">
              <a:avLst/>
            </a:prstGeom>
            <a:solidFill>
              <a:srgbClr val="400B3B"/>
            </a:solidFill>
            <a:ln>
              <a:solidFill>
                <a:srgbClr val="400B3B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72" name="Oval 671">
              <a:extLst>
                <a:ext uri="{FF2B5EF4-FFF2-40B4-BE49-F238E27FC236}">
                  <a16:creationId xmlns:a16="http://schemas.microsoft.com/office/drawing/2014/main" id="{D0E24AAA-FB7B-EBE5-ECA2-DDE3D04A840B}"/>
                </a:ext>
              </a:extLst>
            </p:cNvPr>
            <p:cNvSpPr/>
            <p:nvPr/>
          </p:nvSpPr>
          <p:spPr>
            <a:xfrm>
              <a:off x="28892077" y="10547771"/>
              <a:ext cx="108000" cy="108000"/>
            </a:xfrm>
            <a:prstGeom prst="ellipse">
              <a:avLst/>
            </a:prstGeom>
            <a:solidFill>
              <a:srgbClr val="D86ECC"/>
            </a:solidFill>
            <a:ln>
              <a:solidFill>
                <a:srgbClr val="D86ECC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73" name="Oval 672">
              <a:extLst>
                <a:ext uri="{FF2B5EF4-FFF2-40B4-BE49-F238E27FC236}">
                  <a16:creationId xmlns:a16="http://schemas.microsoft.com/office/drawing/2014/main" id="{69F48BC7-13D0-0FE1-3098-F32BC752BF59}"/>
                </a:ext>
              </a:extLst>
            </p:cNvPr>
            <p:cNvSpPr/>
            <p:nvPr/>
          </p:nvSpPr>
          <p:spPr>
            <a:xfrm>
              <a:off x="29454558" y="9687462"/>
              <a:ext cx="108000" cy="1080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674" name="Straight Connector 673">
              <a:extLst>
                <a:ext uri="{FF2B5EF4-FFF2-40B4-BE49-F238E27FC236}">
                  <a16:creationId xmlns:a16="http://schemas.microsoft.com/office/drawing/2014/main" id="{7D2B5AD8-0ED2-4ED2-21AB-A0D4DDA36D2A}"/>
                </a:ext>
              </a:extLst>
            </p:cNvPr>
            <p:cNvCxnSpPr>
              <a:cxnSpLocks/>
            </p:cNvCxnSpPr>
            <p:nvPr/>
          </p:nvCxnSpPr>
          <p:spPr>
            <a:xfrm>
              <a:off x="2601238" y="29362533"/>
              <a:ext cx="2218725" cy="0"/>
            </a:xfrm>
            <a:prstGeom prst="line">
              <a:avLst/>
            </a:prstGeom>
            <a:ln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75" name="Straight Connector 674">
              <a:extLst>
                <a:ext uri="{FF2B5EF4-FFF2-40B4-BE49-F238E27FC236}">
                  <a16:creationId xmlns:a16="http://schemas.microsoft.com/office/drawing/2014/main" id="{65F592BF-9DD8-1A6C-317A-4E88C34C3B7E}"/>
                </a:ext>
              </a:extLst>
            </p:cNvPr>
            <p:cNvCxnSpPr>
              <a:cxnSpLocks/>
            </p:cNvCxnSpPr>
            <p:nvPr/>
          </p:nvCxnSpPr>
          <p:spPr>
            <a:xfrm>
              <a:off x="2117346" y="29795415"/>
              <a:ext cx="2702616" cy="0"/>
            </a:xfrm>
            <a:prstGeom prst="line">
              <a:avLst/>
            </a:prstGeom>
            <a:ln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</p:cxnSp>
        <p:cxnSp>
          <p:nvCxnSpPr>
            <p:cNvPr id="676" name="Straight Connector 675">
              <a:extLst>
                <a:ext uri="{FF2B5EF4-FFF2-40B4-BE49-F238E27FC236}">
                  <a16:creationId xmlns:a16="http://schemas.microsoft.com/office/drawing/2014/main" id="{1EE8BFE5-DCB8-C942-E8CF-6D1B2D3229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58180" y="28994255"/>
              <a:ext cx="1761782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78" name="Oval 777">
              <a:extLst>
                <a:ext uri="{FF2B5EF4-FFF2-40B4-BE49-F238E27FC236}">
                  <a16:creationId xmlns:a16="http://schemas.microsoft.com/office/drawing/2014/main" id="{5C65564A-BCEF-AC9E-F667-AD954E06105C}"/>
                </a:ext>
              </a:extLst>
            </p:cNvPr>
            <p:cNvSpPr/>
            <p:nvPr/>
          </p:nvSpPr>
          <p:spPr>
            <a:xfrm>
              <a:off x="3004180" y="28111971"/>
              <a:ext cx="108000" cy="10800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82" name="Group 681">
              <a:extLst>
                <a:ext uri="{FF2B5EF4-FFF2-40B4-BE49-F238E27FC236}">
                  <a16:creationId xmlns:a16="http://schemas.microsoft.com/office/drawing/2014/main" id="{19692146-530B-8331-DCCF-3E7798DBAAAE}"/>
                </a:ext>
              </a:extLst>
            </p:cNvPr>
            <p:cNvGrpSpPr/>
            <p:nvPr/>
          </p:nvGrpSpPr>
          <p:grpSpPr>
            <a:xfrm>
              <a:off x="28383596" y="17638433"/>
              <a:ext cx="1124962" cy="20120373"/>
              <a:chOff x="27334515" y="-9188377"/>
              <a:chExt cx="1124962" cy="20120373"/>
            </a:xfrm>
          </p:grpSpPr>
          <p:cxnSp>
            <p:nvCxnSpPr>
              <p:cNvPr id="721" name="Straight Connector 720">
                <a:extLst>
                  <a:ext uri="{FF2B5EF4-FFF2-40B4-BE49-F238E27FC236}">
                    <a16:creationId xmlns:a16="http://schemas.microsoft.com/office/drawing/2014/main" id="{E98971E3-4276-B334-453D-A0FAAB0061C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459477" y="-4830160"/>
                <a:ext cx="0" cy="12159343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3" name="Straight Connector 722">
                <a:extLst>
                  <a:ext uri="{FF2B5EF4-FFF2-40B4-BE49-F238E27FC236}">
                    <a16:creationId xmlns:a16="http://schemas.microsoft.com/office/drawing/2014/main" id="{CC34518B-9B57-0377-8EBB-1BAC61EBE54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900000" y="-1232217"/>
                <a:ext cx="0" cy="12164213"/>
              </a:xfrm>
              <a:prstGeom prst="line">
                <a:avLst/>
              </a:prstGeom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5" name="Straight Connector 724">
                <a:extLst>
                  <a:ext uri="{FF2B5EF4-FFF2-40B4-BE49-F238E27FC236}">
                    <a16:creationId xmlns:a16="http://schemas.microsoft.com/office/drawing/2014/main" id="{D95FCEF9-6030-010A-8976-4DDB766A396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334515" y="-9188377"/>
                <a:ext cx="0" cy="12190692"/>
              </a:xfrm>
              <a:prstGeom prst="line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</p:grpSp>
        <p:grpSp>
          <p:nvGrpSpPr>
            <p:cNvPr id="683" name="Group 682">
              <a:extLst>
                <a:ext uri="{FF2B5EF4-FFF2-40B4-BE49-F238E27FC236}">
                  <a16:creationId xmlns:a16="http://schemas.microsoft.com/office/drawing/2014/main" id="{E93CB928-D90D-7F05-043F-DEBA9D39C716}"/>
                </a:ext>
              </a:extLst>
            </p:cNvPr>
            <p:cNvGrpSpPr/>
            <p:nvPr/>
          </p:nvGrpSpPr>
          <p:grpSpPr>
            <a:xfrm>
              <a:off x="3051420" y="28113141"/>
              <a:ext cx="7100477" cy="931145"/>
              <a:chOff x="2018179" y="1305591"/>
              <a:chExt cx="7100477" cy="931145"/>
            </a:xfrm>
          </p:grpSpPr>
          <p:cxnSp>
            <p:nvCxnSpPr>
              <p:cNvPr id="706" name="Elbow Connector 705">
                <a:extLst>
                  <a:ext uri="{FF2B5EF4-FFF2-40B4-BE49-F238E27FC236}">
                    <a16:creationId xmlns:a16="http://schemas.microsoft.com/office/drawing/2014/main" id="{15A62FB9-6A06-76A4-3365-D9923EE18B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18179" y="1354391"/>
                <a:ext cx="7100477" cy="882345"/>
              </a:xfrm>
              <a:prstGeom prst="bentConnector3">
                <a:avLst>
                  <a:gd name="adj1" fmla="val 58251"/>
                </a:avLst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15" name="Oval 714">
                <a:extLst>
                  <a:ext uri="{FF2B5EF4-FFF2-40B4-BE49-F238E27FC236}">
                    <a16:creationId xmlns:a16="http://schemas.microsoft.com/office/drawing/2014/main" id="{03B30AB3-8531-03BC-C6B0-ED8E7F82E0E1}"/>
                  </a:ext>
                </a:extLst>
              </p:cNvPr>
              <p:cNvSpPr/>
              <p:nvPr/>
            </p:nvSpPr>
            <p:spPr>
              <a:xfrm>
                <a:off x="6096244" y="1305591"/>
                <a:ext cx="108000" cy="108000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684" name="Rectangle 683">
              <a:extLst>
                <a:ext uri="{FF2B5EF4-FFF2-40B4-BE49-F238E27FC236}">
                  <a16:creationId xmlns:a16="http://schemas.microsoft.com/office/drawing/2014/main" id="{0535DA5A-302B-0AAB-D46B-E78CCBA1B448}"/>
                </a:ext>
              </a:extLst>
            </p:cNvPr>
            <p:cNvSpPr/>
            <p:nvPr/>
          </p:nvSpPr>
          <p:spPr>
            <a:xfrm>
              <a:off x="4819962" y="28642533"/>
              <a:ext cx="1440000" cy="1440000"/>
            </a:xfrm>
            <a:prstGeom prst="rect">
              <a:avLst/>
            </a:prstGeom>
            <a:ln>
              <a:solidFill>
                <a:srgbClr val="032333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200" dirty="0"/>
                <a:t>LOW PASS FILTER BLUE</a:t>
              </a:r>
            </a:p>
          </p:txBody>
        </p:sp>
        <p:sp>
          <p:nvSpPr>
            <p:cNvPr id="686" name="Oval 685">
              <a:extLst>
                <a:ext uri="{FF2B5EF4-FFF2-40B4-BE49-F238E27FC236}">
                  <a16:creationId xmlns:a16="http://schemas.microsoft.com/office/drawing/2014/main" id="{11174EAB-6F19-E451-9512-378B44B62D7A}"/>
                </a:ext>
              </a:extLst>
            </p:cNvPr>
            <p:cNvSpPr/>
            <p:nvPr/>
          </p:nvSpPr>
          <p:spPr>
            <a:xfrm>
              <a:off x="28330160" y="17638433"/>
              <a:ext cx="108000" cy="108000"/>
            </a:xfrm>
            <a:prstGeom prst="ellipse">
              <a:avLst/>
            </a:prstGeom>
            <a:solidFill>
              <a:srgbClr val="400B3B"/>
            </a:solidFill>
            <a:ln>
              <a:solidFill>
                <a:srgbClr val="400B3B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87" name="Oval 686">
              <a:extLst>
                <a:ext uri="{FF2B5EF4-FFF2-40B4-BE49-F238E27FC236}">
                  <a16:creationId xmlns:a16="http://schemas.microsoft.com/office/drawing/2014/main" id="{23EEC1EC-66D2-E718-1D6F-9F0073508E86}"/>
                </a:ext>
              </a:extLst>
            </p:cNvPr>
            <p:cNvSpPr/>
            <p:nvPr/>
          </p:nvSpPr>
          <p:spPr>
            <a:xfrm>
              <a:off x="28892077" y="25560379"/>
              <a:ext cx="108000" cy="108000"/>
            </a:xfrm>
            <a:prstGeom prst="ellipse">
              <a:avLst/>
            </a:prstGeom>
            <a:solidFill>
              <a:srgbClr val="D86ECC"/>
            </a:solidFill>
            <a:ln>
              <a:solidFill>
                <a:srgbClr val="D86ECC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88" name="Oval 687">
              <a:extLst>
                <a:ext uri="{FF2B5EF4-FFF2-40B4-BE49-F238E27FC236}">
                  <a16:creationId xmlns:a16="http://schemas.microsoft.com/office/drawing/2014/main" id="{B04A4902-DA73-91AB-9873-8CE10FFD8D39}"/>
                </a:ext>
              </a:extLst>
            </p:cNvPr>
            <p:cNvSpPr/>
            <p:nvPr/>
          </p:nvSpPr>
          <p:spPr>
            <a:xfrm>
              <a:off x="29454558" y="21947594"/>
              <a:ext cx="108000" cy="1080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89" name="Oval 688">
              <a:extLst>
                <a:ext uri="{FF2B5EF4-FFF2-40B4-BE49-F238E27FC236}">
                  <a16:creationId xmlns:a16="http://schemas.microsoft.com/office/drawing/2014/main" id="{1D5D8980-3996-3DF7-5784-F0FA5FB312A3}"/>
                </a:ext>
              </a:extLst>
            </p:cNvPr>
            <p:cNvSpPr/>
            <p:nvPr/>
          </p:nvSpPr>
          <p:spPr>
            <a:xfrm>
              <a:off x="2550125" y="17180889"/>
              <a:ext cx="108000" cy="108000"/>
            </a:xfrm>
            <a:prstGeom prst="ellipse">
              <a:avLst/>
            </a:prstGeom>
            <a:solidFill>
              <a:srgbClr val="032333"/>
            </a:solidFill>
            <a:ln>
              <a:solidFill>
                <a:srgbClr val="032333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90" name="Oval 689">
              <a:extLst>
                <a:ext uri="{FF2B5EF4-FFF2-40B4-BE49-F238E27FC236}">
                  <a16:creationId xmlns:a16="http://schemas.microsoft.com/office/drawing/2014/main" id="{B0A99754-B5C4-0530-2528-8287464DC6C6}"/>
                </a:ext>
              </a:extLst>
            </p:cNvPr>
            <p:cNvSpPr/>
            <p:nvPr/>
          </p:nvSpPr>
          <p:spPr>
            <a:xfrm>
              <a:off x="37557695" y="15692809"/>
              <a:ext cx="108000" cy="108000"/>
            </a:xfrm>
            <a:prstGeom prst="ellipse">
              <a:avLst/>
            </a:prstGeom>
            <a:solidFill>
              <a:srgbClr val="1D440D"/>
            </a:solidFill>
            <a:ln>
              <a:solidFill>
                <a:srgbClr val="1D440D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91" name="Oval 690">
              <a:extLst>
                <a:ext uri="{FF2B5EF4-FFF2-40B4-BE49-F238E27FC236}">
                  <a16:creationId xmlns:a16="http://schemas.microsoft.com/office/drawing/2014/main" id="{96F36A32-A3A7-EB5B-6E48-4F959551CDE0}"/>
                </a:ext>
              </a:extLst>
            </p:cNvPr>
            <p:cNvSpPr/>
            <p:nvPr/>
          </p:nvSpPr>
          <p:spPr>
            <a:xfrm>
              <a:off x="38284012" y="15007341"/>
              <a:ext cx="108000" cy="108000"/>
            </a:xfrm>
            <a:prstGeom prst="ellipse">
              <a:avLst/>
            </a:prstGeom>
            <a:solidFill>
              <a:srgbClr val="622C0E"/>
            </a:solidFill>
            <a:ln>
              <a:solidFill>
                <a:srgbClr val="622C0E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92" name="Oval 691">
              <a:extLst>
                <a:ext uri="{FF2B5EF4-FFF2-40B4-BE49-F238E27FC236}">
                  <a16:creationId xmlns:a16="http://schemas.microsoft.com/office/drawing/2014/main" id="{47CCCCC5-CBCC-B87A-25D1-1BF9AFE02FF4}"/>
                </a:ext>
              </a:extLst>
            </p:cNvPr>
            <p:cNvSpPr/>
            <p:nvPr/>
          </p:nvSpPr>
          <p:spPr>
            <a:xfrm>
              <a:off x="37913792" y="15386072"/>
              <a:ext cx="108000" cy="108000"/>
            </a:xfrm>
            <a:prstGeom prst="ellipse">
              <a:avLst/>
            </a:prstGeom>
            <a:solidFill>
              <a:srgbClr val="47D45A"/>
            </a:solidFill>
            <a:ln>
              <a:solidFill>
                <a:srgbClr val="47D45A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93" name="Oval 692">
              <a:extLst>
                <a:ext uri="{FF2B5EF4-FFF2-40B4-BE49-F238E27FC236}">
                  <a16:creationId xmlns:a16="http://schemas.microsoft.com/office/drawing/2014/main" id="{52AA72AC-2F86-3B42-53F6-638286DFB375}"/>
                </a:ext>
              </a:extLst>
            </p:cNvPr>
            <p:cNvSpPr/>
            <p:nvPr/>
          </p:nvSpPr>
          <p:spPr>
            <a:xfrm>
              <a:off x="3005781" y="16815667"/>
              <a:ext cx="108000" cy="10800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94" name="Pentagon 693">
              <a:extLst>
                <a:ext uri="{FF2B5EF4-FFF2-40B4-BE49-F238E27FC236}">
                  <a16:creationId xmlns:a16="http://schemas.microsoft.com/office/drawing/2014/main" id="{0BA8C44C-117D-300B-953B-81DFF3A0A081}"/>
                </a:ext>
              </a:extLst>
            </p:cNvPr>
            <p:cNvSpPr/>
            <p:nvPr/>
          </p:nvSpPr>
          <p:spPr>
            <a:xfrm>
              <a:off x="1353309" y="2712399"/>
              <a:ext cx="533400" cy="264207"/>
            </a:xfrm>
            <a:prstGeom prst="homePlat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cxnSp>
          <p:nvCxnSpPr>
            <p:cNvPr id="695" name="Straight Connector 694">
              <a:extLst>
                <a:ext uri="{FF2B5EF4-FFF2-40B4-BE49-F238E27FC236}">
                  <a16:creationId xmlns:a16="http://schemas.microsoft.com/office/drawing/2014/main" id="{16A0651C-5E83-BC84-433B-E1E4AEA1D3ED}"/>
                </a:ext>
              </a:extLst>
            </p:cNvPr>
            <p:cNvCxnSpPr>
              <a:cxnSpLocks/>
              <a:stCxn id="694" idx="3"/>
            </p:cNvCxnSpPr>
            <p:nvPr/>
          </p:nvCxnSpPr>
          <p:spPr>
            <a:xfrm flipV="1">
              <a:off x="1886709" y="2844502"/>
              <a:ext cx="926292" cy="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96" name="Straight Connector 695">
              <a:extLst>
                <a:ext uri="{FF2B5EF4-FFF2-40B4-BE49-F238E27FC236}">
                  <a16:creationId xmlns:a16="http://schemas.microsoft.com/office/drawing/2014/main" id="{A48B4DB2-C3EC-F89D-875F-A4ECBC2BF950}"/>
                </a:ext>
              </a:extLst>
            </p:cNvPr>
            <p:cNvCxnSpPr/>
            <p:nvPr/>
          </p:nvCxnSpPr>
          <p:spPr>
            <a:xfrm flipH="1">
              <a:off x="1954727" y="17512759"/>
              <a:ext cx="323579" cy="324000"/>
            </a:xfrm>
            <a:prstGeom prst="line">
              <a:avLst/>
            </a:prstGeom>
            <a:ln>
              <a:solidFill>
                <a:srgbClr val="612C0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97" name="Oval 696">
              <a:extLst>
                <a:ext uri="{FF2B5EF4-FFF2-40B4-BE49-F238E27FC236}">
                  <a16:creationId xmlns:a16="http://schemas.microsoft.com/office/drawing/2014/main" id="{AA71D279-6FD3-23EF-6EED-53B4FA161E21}"/>
                </a:ext>
              </a:extLst>
            </p:cNvPr>
            <p:cNvSpPr/>
            <p:nvPr/>
          </p:nvSpPr>
          <p:spPr>
            <a:xfrm>
              <a:off x="3005781" y="28947496"/>
              <a:ext cx="108000" cy="10800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98" name="Oval 697">
              <a:extLst>
                <a:ext uri="{FF2B5EF4-FFF2-40B4-BE49-F238E27FC236}">
                  <a16:creationId xmlns:a16="http://schemas.microsoft.com/office/drawing/2014/main" id="{98DC73DA-2CB3-66EF-888C-2F360C46F02B}"/>
                </a:ext>
              </a:extLst>
            </p:cNvPr>
            <p:cNvSpPr/>
            <p:nvPr/>
          </p:nvSpPr>
          <p:spPr>
            <a:xfrm>
              <a:off x="3005781" y="33145496"/>
              <a:ext cx="108000" cy="10800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1" name="TextBox 630">
              <a:extLst>
                <a:ext uri="{FF2B5EF4-FFF2-40B4-BE49-F238E27FC236}">
                  <a16:creationId xmlns:a16="http://schemas.microsoft.com/office/drawing/2014/main" id="{53B4103C-FB0B-256C-E62E-1C89E1E21EAF}"/>
                </a:ext>
              </a:extLst>
            </p:cNvPr>
            <p:cNvSpPr txBox="1"/>
            <p:nvPr/>
          </p:nvSpPr>
          <p:spPr>
            <a:xfrm>
              <a:off x="4111149" y="3234000"/>
              <a:ext cx="510076" cy="21544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800" dirty="0"/>
                <a:t>CLOCK</a:t>
              </a:r>
            </a:p>
          </p:txBody>
        </p:sp>
        <p:sp>
          <p:nvSpPr>
            <p:cNvPr id="632" name="TextBox 631">
              <a:extLst>
                <a:ext uri="{FF2B5EF4-FFF2-40B4-BE49-F238E27FC236}">
                  <a16:creationId xmlns:a16="http://schemas.microsoft.com/office/drawing/2014/main" id="{53D5E159-3FA7-2DA7-A0B8-E0E94F4A82E1}"/>
                </a:ext>
              </a:extLst>
            </p:cNvPr>
            <p:cNvSpPr txBox="1"/>
            <p:nvPr/>
          </p:nvSpPr>
          <p:spPr>
            <a:xfrm>
              <a:off x="3570937" y="3621861"/>
              <a:ext cx="1050288" cy="21544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3223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800" dirty="0"/>
                <a:t>PIXEL_INPUT_DATA</a:t>
              </a:r>
            </a:p>
          </p:txBody>
        </p:sp>
        <p:sp>
          <p:nvSpPr>
            <p:cNvPr id="633" name="TextBox 632">
              <a:extLst>
                <a:ext uri="{FF2B5EF4-FFF2-40B4-BE49-F238E27FC236}">
                  <a16:creationId xmlns:a16="http://schemas.microsoft.com/office/drawing/2014/main" id="{C6C5B3FE-1D6C-8208-E7B4-7B386E8B7D04}"/>
                </a:ext>
              </a:extLst>
            </p:cNvPr>
            <p:cNvSpPr txBox="1"/>
            <p:nvPr/>
          </p:nvSpPr>
          <p:spPr>
            <a:xfrm>
              <a:off x="3320869" y="4053526"/>
              <a:ext cx="1300356" cy="21544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622C0F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800" dirty="0"/>
                <a:t>PIXEL_INPUT_METADATA</a:t>
              </a:r>
            </a:p>
          </p:txBody>
        </p:sp>
        <p:sp>
          <p:nvSpPr>
            <p:cNvPr id="634" name="TextBox 633">
              <a:extLst>
                <a:ext uri="{FF2B5EF4-FFF2-40B4-BE49-F238E27FC236}">
                  <a16:creationId xmlns:a16="http://schemas.microsoft.com/office/drawing/2014/main" id="{8D42CD0E-F5C8-62B6-1F03-09CF7FD9C44D}"/>
                </a:ext>
              </a:extLst>
            </p:cNvPr>
            <p:cNvSpPr txBox="1"/>
            <p:nvPr/>
          </p:nvSpPr>
          <p:spPr>
            <a:xfrm>
              <a:off x="4185363" y="16759388"/>
              <a:ext cx="510076" cy="21544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800" dirty="0"/>
                <a:t>CLOCK</a:t>
              </a:r>
            </a:p>
          </p:txBody>
        </p:sp>
        <p:sp>
          <p:nvSpPr>
            <p:cNvPr id="635" name="TextBox 634">
              <a:extLst>
                <a:ext uri="{FF2B5EF4-FFF2-40B4-BE49-F238E27FC236}">
                  <a16:creationId xmlns:a16="http://schemas.microsoft.com/office/drawing/2014/main" id="{6571F38E-E864-7FBA-F0C6-2E185CC84187}"/>
                </a:ext>
              </a:extLst>
            </p:cNvPr>
            <p:cNvSpPr txBox="1"/>
            <p:nvPr/>
          </p:nvSpPr>
          <p:spPr>
            <a:xfrm>
              <a:off x="3645151" y="17126543"/>
              <a:ext cx="1050288" cy="21544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3223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800" dirty="0"/>
                <a:t>PIXEL_INPUT_DATA</a:t>
              </a:r>
            </a:p>
          </p:txBody>
        </p:sp>
        <p:sp>
          <p:nvSpPr>
            <p:cNvPr id="636" name="TextBox 635">
              <a:extLst>
                <a:ext uri="{FF2B5EF4-FFF2-40B4-BE49-F238E27FC236}">
                  <a16:creationId xmlns:a16="http://schemas.microsoft.com/office/drawing/2014/main" id="{41001945-B1D3-FCD6-ED56-571BF2DF3D3B}"/>
                </a:ext>
              </a:extLst>
            </p:cNvPr>
            <p:cNvSpPr txBox="1"/>
            <p:nvPr/>
          </p:nvSpPr>
          <p:spPr>
            <a:xfrm>
              <a:off x="3395083" y="17558208"/>
              <a:ext cx="1300356" cy="21544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622C0F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800" dirty="0"/>
                <a:t>PIXEL_INPUT_METADATA</a:t>
              </a:r>
            </a:p>
          </p:txBody>
        </p:sp>
        <p:sp>
          <p:nvSpPr>
            <p:cNvPr id="637" name="TextBox 636">
              <a:extLst>
                <a:ext uri="{FF2B5EF4-FFF2-40B4-BE49-F238E27FC236}">
                  <a16:creationId xmlns:a16="http://schemas.microsoft.com/office/drawing/2014/main" id="{4C0603C9-1D70-C856-C793-E174408513CB}"/>
                </a:ext>
              </a:extLst>
            </p:cNvPr>
            <p:cNvSpPr txBox="1"/>
            <p:nvPr/>
          </p:nvSpPr>
          <p:spPr>
            <a:xfrm>
              <a:off x="4185363" y="28888873"/>
              <a:ext cx="510076" cy="21544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800" dirty="0"/>
                <a:t>CLOCK</a:t>
              </a:r>
            </a:p>
          </p:txBody>
        </p:sp>
        <p:sp>
          <p:nvSpPr>
            <p:cNvPr id="638" name="TextBox 637">
              <a:extLst>
                <a:ext uri="{FF2B5EF4-FFF2-40B4-BE49-F238E27FC236}">
                  <a16:creationId xmlns:a16="http://schemas.microsoft.com/office/drawing/2014/main" id="{24710974-21A0-929C-D021-115A09E28E85}"/>
                </a:ext>
              </a:extLst>
            </p:cNvPr>
            <p:cNvSpPr txBox="1"/>
            <p:nvPr/>
          </p:nvSpPr>
          <p:spPr>
            <a:xfrm>
              <a:off x="3645151" y="29256028"/>
              <a:ext cx="1050288" cy="21544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3223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800" dirty="0"/>
                <a:t>PIXEL_INPUT_DATA</a:t>
              </a:r>
            </a:p>
          </p:txBody>
        </p:sp>
        <p:sp>
          <p:nvSpPr>
            <p:cNvPr id="639" name="TextBox 638">
              <a:extLst>
                <a:ext uri="{FF2B5EF4-FFF2-40B4-BE49-F238E27FC236}">
                  <a16:creationId xmlns:a16="http://schemas.microsoft.com/office/drawing/2014/main" id="{C47638F6-02EB-3CE2-F40B-619B3794CF9A}"/>
                </a:ext>
              </a:extLst>
            </p:cNvPr>
            <p:cNvSpPr txBox="1"/>
            <p:nvPr/>
          </p:nvSpPr>
          <p:spPr>
            <a:xfrm>
              <a:off x="3395083" y="29687693"/>
              <a:ext cx="1300356" cy="21544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622C0F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800" dirty="0"/>
                <a:t>PIXEL_INPUT_METADATA</a:t>
              </a:r>
            </a:p>
          </p:txBody>
        </p:sp>
        <p:grpSp>
          <p:nvGrpSpPr>
            <p:cNvPr id="2798" name="Group 2797">
              <a:extLst>
                <a:ext uri="{FF2B5EF4-FFF2-40B4-BE49-F238E27FC236}">
                  <a16:creationId xmlns:a16="http://schemas.microsoft.com/office/drawing/2014/main" id="{326E7BD6-C9B6-F712-F0CA-1E964B22150A}"/>
                </a:ext>
              </a:extLst>
            </p:cNvPr>
            <p:cNvGrpSpPr/>
            <p:nvPr/>
          </p:nvGrpSpPr>
          <p:grpSpPr>
            <a:xfrm>
              <a:off x="35773200" y="10486972"/>
              <a:ext cx="1560042" cy="1047154"/>
              <a:chOff x="32894856" y="10486972"/>
              <a:chExt cx="1560042" cy="1047154"/>
            </a:xfrm>
          </p:grpSpPr>
          <p:sp>
            <p:nvSpPr>
              <p:cNvPr id="1023" name="TextBox 1022">
                <a:extLst>
                  <a:ext uri="{FF2B5EF4-FFF2-40B4-BE49-F238E27FC236}">
                    <a16:creationId xmlns:a16="http://schemas.microsoft.com/office/drawing/2014/main" id="{CB992C6C-1AAC-53C9-5E9B-EAA000FDDA7E}"/>
                  </a:ext>
                </a:extLst>
              </p:cNvPr>
              <p:cNvSpPr txBox="1"/>
              <p:nvPr/>
            </p:nvSpPr>
            <p:spPr>
              <a:xfrm>
                <a:off x="32898062" y="10486972"/>
                <a:ext cx="1396536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52808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PIXEL_OUTPUT_METADATA</a:t>
                </a:r>
              </a:p>
            </p:txBody>
          </p:sp>
          <p:sp>
            <p:nvSpPr>
              <p:cNvPr id="1024" name="TextBox 1023">
                <a:extLst>
                  <a:ext uri="{FF2B5EF4-FFF2-40B4-BE49-F238E27FC236}">
                    <a16:creationId xmlns:a16="http://schemas.microsoft.com/office/drawing/2014/main" id="{9DB58CE9-46A7-E565-BEF7-4A436F3D5864}"/>
                  </a:ext>
                </a:extLst>
              </p:cNvPr>
              <p:cNvSpPr txBox="1"/>
              <p:nvPr/>
            </p:nvSpPr>
            <p:spPr>
              <a:xfrm>
                <a:off x="32898062" y="10906849"/>
                <a:ext cx="1556836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24059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CONFIDENCE_DATA_AT_PIXEL</a:t>
                </a:r>
              </a:p>
            </p:txBody>
          </p:sp>
          <p:sp>
            <p:nvSpPr>
              <p:cNvPr id="1025" name="TextBox 1024">
                <a:extLst>
                  <a:ext uri="{FF2B5EF4-FFF2-40B4-BE49-F238E27FC236}">
                    <a16:creationId xmlns:a16="http://schemas.microsoft.com/office/drawing/2014/main" id="{02C40D01-6A28-1FD5-6BEC-458D4DE069B9}"/>
                  </a:ext>
                </a:extLst>
              </p:cNvPr>
              <p:cNvSpPr txBox="1"/>
              <p:nvPr/>
            </p:nvSpPr>
            <p:spPr>
              <a:xfrm>
                <a:off x="32894856" y="11318682"/>
                <a:ext cx="1399742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3F0A3B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DISPARITY_DATA_AT_PIXEL</a:t>
                </a:r>
              </a:p>
            </p:txBody>
          </p:sp>
        </p:grpSp>
        <p:cxnSp>
          <p:nvCxnSpPr>
            <p:cNvPr id="1029" name="Straight Connector 1028">
              <a:extLst>
                <a:ext uri="{FF2B5EF4-FFF2-40B4-BE49-F238E27FC236}">
                  <a16:creationId xmlns:a16="http://schemas.microsoft.com/office/drawing/2014/main" id="{8CC07ACF-82B1-9590-BA66-FBE8A4AF53A9}"/>
                </a:ext>
              </a:extLst>
            </p:cNvPr>
            <p:cNvCxnSpPr>
              <a:cxnSpLocks/>
              <a:stCxn id="1036" idx="3"/>
            </p:cNvCxnSpPr>
            <p:nvPr/>
          </p:nvCxnSpPr>
          <p:spPr>
            <a:xfrm>
              <a:off x="7438336" y="3926624"/>
              <a:ext cx="125777" cy="0"/>
            </a:xfrm>
            <a:prstGeom prst="line">
              <a:avLst/>
            </a:prstGeom>
            <a:ln/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</p:cxnSp>
        <p:cxnSp>
          <p:nvCxnSpPr>
            <p:cNvPr id="1030" name="Straight Connector 1029">
              <a:extLst>
                <a:ext uri="{FF2B5EF4-FFF2-40B4-BE49-F238E27FC236}">
                  <a16:creationId xmlns:a16="http://schemas.microsoft.com/office/drawing/2014/main" id="{444EBE69-4767-450A-FF16-F99C6E0351A4}"/>
                </a:ext>
              </a:extLst>
            </p:cNvPr>
            <p:cNvCxnSpPr>
              <a:cxnSpLocks/>
              <a:stCxn id="1037" idx="3"/>
            </p:cNvCxnSpPr>
            <p:nvPr/>
          </p:nvCxnSpPr>
          <p:spPr>
            <a:xfrm>
              <a:off x="7188268" y="4356882"/>
              <a:ext cx="371251" cy="0"/>
            </a:xfrm>
            <a:prstGeom prst="line">
              <a:avLst/>
            </a:prstGeom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1031" name="Straight Connector 1030">
              <a:extLst>
                <a:ext uri="{FF2B5EF4-FFF2-40B4-BE49-F238E27FC236}">
                  <a16:creationId xmlns:a16="http://schemas.microsoft.com/office/drawing/2014/main" id="{6FFF953E-2837-1A4F-4E36-F5B3A39F24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98608" y="3929085"/>
              <a:ext cx="720000" cy="1"/>
            </a:xfrm>
            <a:prstGeom prst="line">
              <a:avLst/>
            </a:prstGeom>
            <a:ln/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</p:cxnSp>
        <p:cxnSp>
          <p:nvCxnSpPr>
            <p:cNvPr id="1032" name="Straight Connector 1031">
              <a:extLst>
                <a:ext uri="{FF2B5EF4-FFF2-40B4-BE49-F238E27FC236}">
                  <a16:creationId xmlns:a16="http://schemas.microsoft.com/office/drawing/2014/main" id="{7345C65C-A51C-3B34-3642-4AB2156769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03328" y="4355105"/>
              <a:ext cx="720000" cy="1"/>
            </a:xfrm>
            <a:prstGeom prst="line">
              <a:avLst/>
            </a:prstGeom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1033" name="Straight Connector 1032">
              <a:extLst>
                <a:ext uri="{FF2B5EF4-FFF2-40B4-BE49-F238E27FC236}">
                  <a16:creationId xmlns:a16="http://schemas.microsoft.com/office/drawing/2014/main" id="{8AB8AFB9-8B46-69BF-4561-044E4E3BDDC6}"/>
                </a:ext>
              </a:extLst>
            </p:cNvPr>
            <p:cNvCxnSpPr>
              <a:cxnSpLocks/>
            </p:cNvCxnSpPr>
            <p:nvPr/>
          </p:nvCxnSpPr>
          <p:spPr>
            <a:xfrm>
              <a:off x="9361090" y="3942051"/>
              <a:ext cx="730282" cy="0"/>
            </a:xfrm>
            <a:prstGeom prst="line">
              <a:avLst/>
            </a:prstGeom>
            <a:ln/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</p:cxnSp>
        <p:cxnSp>
          <p:nvCxnSpPr>
            <p:cNvPr id="1034" name="Straight Connector 1033">
              <a:extLst>
                <a:ext uri="{FF2B5EF4-FFF2-40B4-BE49-F238E27FC236}">
                  <a16:creationId xmlns:a16="http://schemas.microsoft.com/office/drawing/2014/main" id="{A70CF14C-FE40-8452-C6EB-9DDB36E3C1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71372" y="4370541"/>
              <a:ext cx="720000" cy="1"/>
            </a:xfrm>
            <a:prstGeom prst="line">
              <a:avLst/>
            </a:prstGeom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sp>
          <p:nvSpPr>
            <p:cNvPr id="1035" name="Rectangle 1034">
              <a:extLst>
                <a:ext uri="{FF2B5EF4-FFF2-40B4-BE49-F238E27FC236}">
                  <a16:creationId xmlns:a16="http://schemas.microsoft.com/office/drawing/2014/main" id="{A381EC86-4093-A0D4-E770-6B6F6F8410BB}"/>
                </a:ext>
              </a:extLst>
            </p:cNvPr>
            <p:cNvSpPr/>
            <p:nvPr/>
          </p:nvSpPr>
          <p:spPr>
            <a:xfrm>
              <a:off x="7567440" y="3818902"/>
              <a:ext cx="1188000" cy="69565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REGISTER</a:t>
              </a:r>
            </a:p>
          </p:txBody>
        </p:sp>
        <p:sp>
          <p:nvSpPr>
            <p:cNvPr id="1036" name="TextBox 1035">
              <a:extLst>
                <a:ext uri="{FF2B5EF4-FFF2-40B4-BE49-F238E27FC236}">
                  <a16:creationId xmlns:a16="http://schemas.microsoft.com/office/drawing/2014/main" id="{DD3DA497-A24E-5B97-86D4-2AF97F128AFA}"/>
                </a:ext>
              </a:extLst>
            </p:cNvPr>
            <p:cNvSpPr txBox="1"/>
            <p:nvPr/>
          </p:nvSpPr>
          <p:spPr>
            <a:xfrm>
              <a:off x="6306295" y="3818902"/>
              <a:ext cx="1132041" cy="21544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52808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800" dirty="0"/>
                <a:t>LP_PIXEL_METADATA</a:t>
              </a:r>
            </a:p>
          </p:txBody>
        </p:sp>
        <p:sp>
          <p:nvSpPr>
            <p:cNvPr id="1037" name="TextBox 1036">
              <a:extLst>
                <a:ext uri="{FF2B5EF4-FFF2-40B4-BE49-F238E27FC236}">
                  <a16:creationId xmlns:a16="http://schemas.microsoft.com/office/drawing/2014/main" id="{B095B90F-0BD8-5FDE-0D34-83829858844F}"/>
                </a:ext>
              </a:extLst>
            </p:cNvPr>
            <p:cNvSpPr txBox="1"/>
            <p:nvPr/>
          </p:nvSpPr>
          <p:spPr>
            <a:xfrm>
              <a:off x="6306295" y="4249160"/>
              <a:ext cx="881973" cy="21544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976A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800" dirty="0"/>
                <a:t>LP_PIXEL_DATA</a:t>
              </a:r>
            </a:p>
          </p:txBody>
        </p:sp>
        <p:sp>
          <p:nvSpPr>
            <p:cNvPr id="1038" name="TextBox 1037">
              <a:extLst>
                <a:ext uri="{FF2B5EF4-FFF2-40B4-BE49-F238E27FC236}">
                  <a16:creationId xmlns:a16="http://schemas.microsoft.com/office/drawing/2014/main" id="{7857DD67-F2D6-6E9E-3D82-511819CC8A3A}"/>
                </a:ext>
              </a:extLst>
            </p:cNvPr>
            <p:cNvSpPr txBox="1"/>
            <p:nvPr/>
          </p:nvSpPr>
          <p:spPr>
            <a:xfrm>
              <a:off x="8884545" y="3837282"/>
              <a:ext cx="1132041" cy="21544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52808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800" dirty="0"/>
                <a:t>LP_PIXEL_METADATA</a:t>
              </a:r>
            </a:p>
          </p:txBody>
        </p:sp>
        <p:cxnSp>
          <p:nvCxnSpPr>
            <p:cNvPr id="1039" name="Straight Connector 1038">
              <a:extLst>
                <a:ext uri="{FF2B5EF4-FFF2-40B4-BE49-F238E27FC236}">
                  <a16:creationId xmlns:a16="http://schemas.microsoft.com/office/drawing/2014/main" id="{B7DA2727-F06C-D828-5ED7-E3EA5CE9568A}"/>
                </a:ext>
              </a:extLst>
            </p:cNvPr>
            <p:cNvCxnSpPr>
              <a:cxnSpLocks/>
              <a:endCxn id="1038" idx="1"/>
            </p:cNvCxnSpPr>
            <p:nvPr/>
          </p:nvCxnSpPr>
          <p:spPr>
            <a:xfrm flipV="1">
              <a:off x="8755319" y="3945004"/>
              <a:ext cx="129226" cy="1"/>
            </a:xfrm>
            <a:prstGeom prst="line">
              <a:avLst/>
            </a:prstGeom>
            <a:ln/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</p:cxnSp>
        <p:sp>
          <p:nvSpPr>
            <p:cNvPr id="1040" name="TextBox 1039">
              <a:extLst>
                <a:ext uri="{FF2B5EF4-FFF2-40B4-BE49-F238E27FC236}">
                  <a16:creationId xmlns:a16="http://schemas.microsoft.com/office/drawing/2014/main" id="{E389AA4A-BF69-4E64-659E-8D429DAC5A57}"/>
                </a:ext>
              </a:extLst>
            </p:cNvPr>
            <p:cNvSpPr txBox="1"/>
            <p:nvPr/>
          </p:nvSpPr>
          <p:spPr>
            <a:xfrm>
              <a:off x="9134613" y="4254861"/>
              <a:ext cx="881973" cy="21544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976A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800" dirty="0"/>
                <a:t>LP_PIXEL_DATA</a:t>
              </a:r>
            </a:p>
          </p:txBody>
        </p:sp>
        <p:cxnSp>
          <p:nvCxnSpPr>
            <p:cNvPr id="1041" name="Straight Connector 1040">
              <a:extLst>
                <a:ext uri="{FF2B5EF4-FFF2-40B4-BE49-F238E27FC236}">
                  <a16:creationId xmlns:a16="http://schemas.microsoft.com/office/drawing/2014/main" id="{113C69C0-B47A-9C84-597C-94A4C22047F6}"/>
                </a:ext>
              </a:extLst>
            </p:cNvPr>
            <p:cNvCxnSpPr>
              <a:cxnSpLocks/>
              <a:endCxn id="1040" idx="1"/>
            </p:cNvCxnSpPr>
            <p:nvPr/>
          </p:nvCxnSpPr>
          <p:spPr>
            <a:xfrm>
              <a:off x="8755319" y="4362583"/>
              <a:ext cx="379294" cy="0"/>
            </a:xfrm>
            <a:prstGeom prst="line">
              <a:avLst/>
            </a:prstGeom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sp>
          <p:nvSpPr>
            <p:cNvPr id="1042" name="TextBox 1041">
              <a:extLst>
                <a:ext uri="{FF2B5EF4-FFF2-40B4-BE49-F238E27FC236}">
                  <a16:creationId xmlns:a16="http://schemas.microsoft.com/office/drawing/2014/main" id="{52C21106-C8A8-276F-5136-819B80C8A08B}"/>
                </a:ext>
              </a:extLst>
            </p:cNvPr>
            <p:cNvSpPr txBox="1"/>
            <p:nvPr/>
          </p:nvSpPr>
          <p:spPr>
            <a:xfrm>
              <a:off x="9506510" y="3449444"/>
              <a:ext cx="510076" cy="21544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800" dirty="0"/>
                <a:t>CLOCK</a:t>
              </a:r>
            </a:p>
          </p:txBody>
        </p:sp>
        <p:cxnSp>
          <p:nvCxnSpPr>
            <p:cNvPr id="1043" name="Straight Connector 1042">
              <a:extLst>
                <a:ext uri="{FF2B5EF4-FFF2-40B4-BE49-F238E27FC236}">
                  <a16:creationId xmlns:a16="http://schemas.microsoft.com/office/drawing/2014/main" id="{D8EBD61E-EE22-A9CC-F1DD-BBD8EE752CEE}"/>
                </a:ext>
              </a:extLst>
            </p:cNvPr>
            <p:cNvCxnSpPr>
              <a:cxnSpLocks/>
              <a:stCxn id="1050" idx="3"/>
            </p:cNvCxnSpPr>
            <p:nvPr/>
          </p:nvCxnSpPr>
          <p:spPr>
            <a:xfrm>
              <a:off x="7498861" y="17318103"/>
              <a:ext cx="125777" cy="0"/>
            </a:xfrm>
            <a:prstGeom prst="line">
              <a:avLst/>
            </a:prstGeom>
            <a:ln/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</p:cxnSp>
        <p:cxnSp>
          <p:nvCxnSpPr>
            <p:cNvPr id="1044" name="Straight Connector 1043">
              <a:extLst>
                <a:ext uri="{FF2B5EF4-FFF2-40B4-BE49-F238E27FC236}">
                  <a16:creationId xmlns:a16="http://schemas.microsoft.com/office/drawing/2014/main" id="{5C842B48-AE25-7791-5FBB-DE45DC6CB450}"/>
                </a:ext>
              </a:extLst>
            </p:cNvPr>
            <p:cNvCxnSpPr>
              <a:cxnSpLocks/>
              <a:stCxn id="1051" idx="3"/>
            </p:cNvCxnSpPr>
            <p:nvPr/>
          </p:nvCxnSpPr>
          <p:spPr>
            <a:xfrm>
              <a:off x="7248793" y="17748361"/>
              <a:ext cx="371251" cy="0"/>
            </a:xfrm>
            <a:prstGeom prst="line">
              <a:avLst/>
            </a:prstGeom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1045" name="Straight Connector 1044">
              <a:extLst>
                <a:ext uri="{FF2B5EF4-FFF2-40B4-BE49-F238E27FC236}">
                  <a16:creationId xmlns:a16="http://schemas.microsoft.com/office/drawing/2014/main" id="{632A8019-A85A-5FD3-B2A4-8CF42C99B8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59133" y="17320564"/>
              <a:ext cx="720000" cy="1"/>
            </a:xfrm>
            <a:prstGeom prst="line">
              <a:avLst/>
            </a:prstGeom>
            <a:ln/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</p:cxnSp>
        <p:cxnSp>
          <p:nvCxnSpPr>
            <p:cNvPr id="1046" name="Straight Connector 1045">
              <a:extLst>
                <a:ext uri="{FF2B5EF4-FFF2-40B4-BE49-F238E27FC236}">
                  <a16:creationId xmlns:a16="http://schemas.microsoft.com/office/drawing/2014/main" id="{2DE214A4-6C33-96B3-356F-37A0C5DA99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63853" y="17746584"/>
              <a:ext cx="720000" cy="1"/>
            </a:xfrm>
            <a:prstGeom prst="line">
              <a:avLst/>
            </a:prstGeom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1047" name="Straight Connector 1046">
              <a:extLst>
                <a:ext uri="{FF2B5EF4-FFF2-40B4-BE49-F238E27FC236}">
                  <a16:creationId xmlns:a16="http://schemas.microsoft.com/office/drawing/2014/main" id="{C81D6862-F0BD-1045-2463-53C6608EEE5D}"/>
                </a:ext>
              </a:extLst>
            </p:cNvPr>
            <p:cNvCxnSpPr>
              <a:cxnSpLocks/>
            </p:cNvCxnSpPr>
            <p:nvPr/>
          </p:nvCxnSpPr>
          <p:spPr>
            <a:xfrm>
              <a:off x="9421615" y="17333530"/>
              <a:ext cx="730282" cy="0"/>
            </a:xfrm>
            <a:prstGeom prst="line">
              <a:avLst/>
            </a:prstGeom>
            <a:ln/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</p:cxnSp>
        <p:cxnSp>
          <p:nvCxnSpPr>
            <p:cNvPr id="1048" name="Straight Connector 1047">
              <a:extLst>
                <a:ext uri="{FF2B5EF4-FFF2-40B4-BE49-F238E27FC236}">
                  <a16:creationId xmlns:a16="http://schemas.microsoft.com/office/drawing/2014/main" id="{3AA10916-DC6C-1C93-3317-B33682E38973}"/>
                </a:ext>
              </a:extLst>
            </p:cNvPr>
            <p:cNvCxnSpPr>
              <a:cxnSpLocks/>
            </p:cNvCxnSpPr>
            <p:nvPr/>
          </p:nvCxnSpPr>
          <p:spPr>
            <a:xfrm>
              <a:off x="9431897" y="17762021"/>
              <a:ext cx="720000" cy="0"/>
            </a:xfrm>
            <a:prstGeom prst="line">
              <a:avLst/>
            </a:prstGeom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sp>
          <p:nvSpPr>
            <p:cNvPr id="1049" name="Rectangle 1048">
              <a:extLst>
                <a:ext uri="{FF2B5EF4-FFF2-40B4-BE49-F238E27FC236}">
                  <a16:creationId xmlns:a16="http://schemas.microsoft.com/office/drawing/2014/main" id="{D2365C78-0318-C617-4A7C-30C2DF9EE650}"/>
                </a:ext>
              </a:extLst>
            </p:cNvPr>
            <p:cNvSpPr/>
            <p:nvPr/>
          </p:nvSpPr>
          <p:spPr>
            <a:xfrm>
              <a:off x="7627965" y="17210381"/>
              <a:ext cx="1188000" cy="69565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REGISTER</a:t>
              </a:r>
            </a:p>
          </p:txBody>
        </p:sp>
        <p:sp>
          <p:nvSpPr>
            <p:cNvPr id="1050" name="TextBox 1049">
              <a:extLst>
                <a:ext uri="{FF2B5EF4-FFF2-40B4-BE49-F238E27FC236}">
                  <a16:creationId xmlns:a16="http://schemas.microsoft.com/office/drawing/2014/main" id="{34A223F6-6ADE-83A6-A06E-B089B90C933B}"/>
                </a:ext>
              </a:extLst>
            </p:cNvPr>
            <p:cNvSpPr txBox="1"/>
            <p:nvPr/>
          </p:nvSpPr>
          <p:spPr>
            <a:xfrm>
              <a:off x="6366820" y="17210381"/>
              <a:ext cx="1132041" cy="21544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52808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800" dirty="0"/>
                <a:t>LP_PIXEL_METADATA</a:t>
              </a:r>
            </a:p>
          </p:txBody>
        </p:sp>
        <p:sp>
          <p:nvSpPr>
            <p:cNvPr id="1051" name="TextBox 1050">
              <a:extLst>
                <a:ext uri="{FF2B5EF4-FFF2-40B4-BE49-F238E27FC236}">
                  <a16:creationId xmlns:a16="http://schemas.microsoft.com/office/drawing/2014/main" id="{F71F783E-BA96-A542-3522-5B310E2E3D42}"/>
                </a:ext>
              </a:extLst>
            </p:cNvPr>
            <p:cNvSpPr txBox="1"/>
            <p:nvPr/>
          </p:nvSpPr>
          <p:spPr>
            <a:xfrm>
              <a:off x="6366820" y="17640639"/>
              <a:ext cx="881973" cy="21544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976A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800" dirty="0"/>
                <a:t>LP_PIXEL_DATA</a:t>
              </a:r>
            </a:p>
          </p:txBody>
        </p:sp>
        <p:sp>
          <p:nvSpPr>
            <p:cNvPr id="1052" name="TextBox 1051">
              <a:extLst>
                <a:ext uri="{FF2B5EF4-FFF2-40B4-BE49-F238E27FC236}">
                  <a16:creationId xmlns:a16="http://schemas.microsoft.com/office/drawing/2014/main" id="{AAA3041E-AD71-B4BF-B8C0-041C882FC24C}"/>
                </a:ext>
              </a:extLst>
            </p:cNvPr>
            <p:cNvSpPr txBox="1"/>
            <p:nvPr/>
          </p:nvSpPr>
          <p:spPr>
            <a:xfrm>
              <a:off x="8945070" y="17228761"/>
              <a:ext cx="1132041" cy="21544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52808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800" dirty="0"/>
                <a:t>LP_PIXEL_METADATA</a:t>
              </a:r>
            </a:p>
          </p:txBody>
        </p:sp>
        <p:cxnSp>
          <p:nvCxnSpPr>
            <p:cNvPr id="1053" name="Straight Connector 1052">
              <a:extLst>
                <a:ext uri="{FF2B5EF4-FFF2-40B4-BE49-F238E27FC236}">
                  <a16:creationId xmlns:a16="http://schemas.microsoft.com/office/drawing/2014/main" id="{A897B9D4-3D6A-C920-D477-E740550F1FD4}"/>
                </a:ext>
              </a:extLst>
            </p:cNvPr>
            <p:cNvCxnSpPr>
              <a:cxnSpLocks/>
              <a:endCxn id="1052" idx="1"/>
            </p:cNvCxnSpPr>
            <p:nvPr/>
          </p:nvCxnSpPr>
          <p:spPr>
            <a:xfrm flipV="1">
              <a:off x="8815844" y="17336483"/>
              <a:ext cx="129226" cy="1"/>
            </a:xfrm>
            <a:prstGeom prst="line">
              <a:avLst/>
            </a:prstGeom>
            <a:ln/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</p:cxnSp>
        <p:sp>
          <p:nvSpPr>
            <p:cNvPr id="1054" name="TextBox 1053">
              <a:extLst>
                <a:ext uri="{FF2B5EF4-FFF2-40B4-BE49-F238E27FC236}">
                  <a16:creationId xmlns:a16="http://schemas.microsoft.com/office/drawing/2014/main" id="{1A360D76-C534-7152-2571-B4F0363255E6}"/>
                </a:ext>
              </a:extLst>
            </p:cNvPr>
            <p:cNvSpPr txBox="1"/>
            <p:nvPr/>
          </p:nvSpPr>
          <p:spPr>
            <a:xfrm>
              <a:off x="9195138" y="17646340"/>
              <a:ext cx="881973" cy="21544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976A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800" dirty="0"/>
                <a:t>LP_PIXEL_DATA</a:t>
              </a:r>
            </a:p>
          </p:txBody>
        </p:sp>
        <p:cxnSp>
          <p:nvCxnSpPr>
            <p:cNvPr id="1055" name="Straight Connector 1054">
              <a:extLst>
                <a:ext uri="{FF2B5EF4-FFF2-40B4-BE49-F238E27FC236}">
                  <a16:creationId xmlns:a16="http://schemas.microsoft.com/office/drawing/2014/main" id="{6DDC98AA-5EE4-AD38-4159-4C87A05E7505}"/>
                </a:ext>
              </a:extLst>
            </p:cNvPr>
            <p:cNvCxnSpPr>
              <a:cxnSpLocks/>
              <a:endCxn id="1054" idx="1"/>
            </p:cNvCxnSpPr>
            <p:nvPr/>
          </p:nvCxnSpPr>
          <p:spPr>
            <a:xfrm>
              <a:off x="8815844" y="17754062"/>
              <a:ext cx="379294" cy="0"/>
            </a:xfrm>
            <a:prstGeom prst="line">
              <a:avLst/>
            </a:prstGeom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sp>
          <p:nvSpPr>
            <p:cNvPr id="1056" name="TextBox 1055">
              <a:extLst>
                <a:ext uri="{FF2B5EF4-FFF2-40B4-BE49-F238E27FC236}">
                  <a16:creationId xmlns:a16="http://schemas.microsoft.com/office/drawing/2014/main" id="{00BC3EFA-26A5-2710-33A5-21B172E344D5}"/>
                </a:ext>
              </a:extLst>
            </p:cNvPr>
            <p:cNvSpPr txBox="1"/>
            <p:nvPr/>
          </p:nvSpPr>
          <p:spPr>
            <a:xfrm>
              <a:off x="9567035" y="16840923"/>
              <a:ext cx="510076" cy="21544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800" dirty="0"/>
                <a:t>CLOCK</a:t>
              </a:r>
            </a:p>
          </p:txBody>
        </p:sp>
        <p:sp>
          <p:nvSpPr>
            <p:cNvPr id="1057" name="Oval 1056">
              <a:extLst>
                <a:ext uri="{FF2B5EF4-FFF2-40B4-BE49-F238E27FC236}">
                  <a16:creationId xmlns:a16="http://schemas.microsoft.com/office/drawing/2014/main" id="{0DE04338-9265-D29C-B16C-3CEFD58485E4}"/>
                </a:ext>
              </a:extLst>
            </p:cNvPr>
            <p:cNvSpPr/>
            <p:nvPr/>
          </p:nvSpPr>
          <p:spPr>
            <a:xfrm>
              <a:off x="3004180" y="21021863"/>
              <a:ext cx="108000" cy="10800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60" name="Oval 1059">
              <a:extLst>
                <a:ext uri="{FF2B5EF4-FFF2-40B4-BE49-F238E27FC236}">
                  <a16:creationId xmlns:a16="http://schemas.microsoft.com/office/drawing/2014/main" id="{18D02841-DFE7-20D0-4B9A-362203F2E9C6}"/>
                </a:ext>
              </a:extLst>
            </p:cNvPr>
            <p:cNvSpPr/>
            <p:nvPr/>
          </p:nvSpPr>
          <p:spPr>
            <a:xfrm>
              <a:off x="3004180" y="24607430"/>
              <a:ext cx="108000" cy="10800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822" name="Straight Connector 1821">
              <a:extLst>
                <a:ext uri="{FF2B5EF4-FFF2-40B4-BE49-F238E27FC236}">
                  <a16:creationId xmlns:a16="http://schemas.microsoft.com/office/drawing/2014/main" id="{0633922E-E3A2-589E-6594-0057A152D83C}"/>
                </a:ext>
              </a:extLst>
            </p:cNvPr>
            <p:cNvCxnSpPr>
              <a:cxnSpLocks/>
              <a:stCxn id="1829" idx="3"/>
            </p:cNvCxnSpPr>
            <p:nvPr/>
          </p:nvCxnSpPr>
          <p:spPr>
            <a:xfrm>
              <a:off x="7498861" y="29408091"/>
              <a:ext cx="125777" cy="0"/>
            </a:xfrm>
            <a:prstGeom prst="line">
              <a:avLst/>
            </a:prstGeom>
            <a:ln/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</p:cxnSp>
        <p:cxnSp>
          <p:nvCxnSpPr>
            <p:cNvPr id="1823" name="Straight Connector 1822">
              <a:extLst>
                <a:ext uri="{FF2B5EF4-FFF2-40B4-BE49-F238E27FC236}">
                  <a16:creationId xmlns:a16="http://schemas.microsoft.com/office/drawing/2014/main" id="{52FEBD7E-AE30-AAEE-7C12-12D5159546F3}"/>
                </a:ext>
              </a:extLst>
            </p:cNvPr>
            <p:cNvCxnSpPr>
              <a:cxnSpLocks/>
              <a:stCxn id="1830" idx="3"/>
            </p:cNvCxnSpPr>
            <p:nvPr/>
          </p:nvCxnSpPr>
          <p:spPr>
            <a:xfrm>
              <a:off x="7248793" y="29838349"/>
              <a:ext cx="371251" cy="0"/>
            </a:xfrm>
            <a:prstGeom prst="line">
              <a:avLst/>
            </a:prstGeom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1824" name="Straight Connector 1823">
              <a:extLst>
                <a:ext uri="{FF2B5EF4-FFF2-40B4-BE49-F238E27FC236}">
                  <a16:creationId xmlns:a16="http://schemas.microsoft.com/office/drawing/2014/main" id="{33F10F08-CDD1-039D-DD3D-2D6EB43578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59133" y="29410552"/>
              <a:ext cx="720000" cy="1"/>
            </a:xfrm>
            <a:prstGeom prst="line">
              <a:avLst/>
            </a:prstGeom>
            <a:ln/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</p:cxnSp>
        <p:cxnSp>
          <p:nvCxnSpPr>
            <p:cNvPr id="1825" name="Straight Connector 1824">
              <a:extLst>
                <a:ext uri="{FF2B5EF4-FFF2-40B4-BE49-F238E27FC236}">
                  <a16:creationId xmlns:a16="http://schemas.microsoft.com/office/drawing/2014/main" id="{C66D4FDB-F125-2276-9CB1-FACBBE2F85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63853" y="29836572"/>
              <a:ext cx="720000" cy="1"/>
            </a:xfrm>
            <a:prstGeom prst="line">
              <a:avLst/>
            </a:prstGeom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1826" name="Straight Connector 1825">
              <a:extLst>
                <a:ext uri="{FF2B5EF4-FFF2-40B4-BE49-F238E27FC236}">
                  <a16:creationId xmlns:a16="http://schemas.microsoft.com/office/drawing/2014/main" id="{97AE3B06-3181-B9F6-17AC-9E9E751E83EB}"/>
                </a:ext>
              </a:extLst>
            </p:cNvPr>
            <p:cNvCxnSpPr>
              <a:cxnSpLocks/>
            </p:cNvCxnSpPr>
            <p:nvPr/>
          </p:nvCxnSpPr>
          <p:spPr>
            <a:xfrm>
              <a:off x="9421615" y="29423518"/>
              <a:ext cx="730282" cy="0"/>
            </a:xfrm>
            <a:prstGeom prst="line">
              <a:avLst/>
            </a:prstGeom>
            <a:ln/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</p:cxnSp>
        <p:cxnSp>
          <p:nvCxnSpPr>
            <p:cNvPr id="1827" name="Straight Connector 1826">
              <a:extLst>
                <a:ext uri="{FF2B5EF4-FFF2-40B4-BE49-F238E27FC236}">
                  <a16:creationId xmlns:a16="http://schemas.microsoft.com/office/drawing/2014/main" id="{92DE5D76-92C5-4BBD-0ED0-0E253D8D10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31897" y="29852008"/>
              <a:ext cx="720000" cy="1"/>
            </a:xfrm>
            <a:prstGeom prst="line">
              <a:avLst/>
            </a:prstGeom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sp>
          <p:nvSpPr>
            <p:cNvPr id="1828" name="Rectangle 1827">
              <a:extLst>
                <a:ext uri="{FF2B5EF4-FFF2-40B4-BE49-F238E27FC236}">
                  <a16:creationId xmlns:a16="http://schemas.microsoft.com/office/drawing/2014/main" id="{26D7DE3C-BF85-68A2-02D5-9A373BE5AD0C}"/>
                </a:ext>
              </a:extLst>
            </p:cNvPr>
            <p:cNvSpPr/>
            <p:nvPr/>
          </p:nvSpPr>
          <p:spPr>
            <a:xfrm>
              <a:off x="7627965" y="29300369"/>
              <a:ext cx="1188000" cy="69565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REGISTER</a:t>
              </a:r>
            </a:p>
          </p:txBody>
        </p:sp>
        <p:sp>
          <p:nvSpPr>
            <p:cNvPr id="1829" name="TextBox 1828">
              <a:extLst>
                <a:ext uri="{FF2B5EF4-FFF2-40B4-BE49-F238E27FC236}">
                  <a16:creationId xmlns:a16="http://schemas.microsoft.com/office/drawing/2014/main" id="{FCA72B55-45B3-A149-D480-E05BBC5ED842}"/>
                </a:ext>
              </a:extLst>
            </p:cNvPr>
            <p:cNvSpPr txBox="1"/>
            <p:nvPr/>
          </p:nvSpPr>
          <p:spPr>
            <a:xfrm>
              <a:off x="6366820" y="29300369"/>
              <a:ext cx="1132041" cy="21544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52808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800" dirty="0"/>
                <a:t>LP_PIXEL_METADATA</a:t>
              </a:r>
            </a:p>
          </p:txBody>
        </p:sp>
        <p:sp>
          <p:nvSpPr>
            <p:cNvPr id="1830" name="TextBox 1829">
              <a:extLst>
                <a:ext uri="{FF2B5EF4-FFF2-40B4-BE49-F238E27FC236}">
                  <a16:creationId xmlns:a16="http://schemas.microsoft.com/office/drawing/2014/main" id="{9DB5953F-C76C-BFBE-0EEF-2C8AD4C4BC07}"/>
                </a:ext>
              </a:extLst>
            </p:cNvPr>
            <p:cNvSpPr txBox="1"/>
            <p:nvPr/>
          </p:nvSpPr>
          <p:spPr>
            <a:xfrm>
              <a:off x="6366820" y="29730627"/>
              <a:ext cx="881973" cy="21544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976A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800" dirty="0"/>
                <a:t>LP_PIXEL_DATA</a:t>
              </a:r>
            </a:p>
          </p:txBody>
        </p:sp>
        <p:sp>
          <p:nvSpPr>
            <p:cNvPr id="1831" name="TextBox 1830">
              <a:extLst>
                <a:ext uri="{FF2B5EF4-FFF2-40B4-BE49-F238E27FC236}">
                  <a16:creationId xmlns:a16="http://schemas.microsoft.com/office/drawing/2014/main" id="{90391BCB-26E0-4FAE-36EA-1AA529CAB1E6}"/>
                </a:ext>
              </a:extLst>
            </p:cNvPr>
            <p:cNvSpPr txBox="1"/>
            <p:nvPr/>
          </p:nvSpPr>
          <p:spPr>
            <a:xfrm>
              <a:off x="8945070" y="29318749"/>
              <a:ext cx="1132041" cy="21544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52808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800" dirty="0"/>
                <a:t>LP_PIXEL_METADATA</a:t>
              </a:r>
            </a:p>
          </p:txBody>
        </p:sp>
        <p:cxnSp>
          <p:nvCxnSpPr>
            <p:cNvPr id="1832" name="Straight Connector 1831">
              <a:extLst>
                <a:ext uri="{FF2B5EF4-FFF2-40B4-BE49-F238E27FC236}">
                  <a16:creationId xmlns:a16="http://schemas.microsoft.com/office/drawing/2014/main" id="{86D6F0A7-64FD-1D08-10A7-846D7765F4D3}"/>
                </a:ext>
              </a:extLst>
            </p:cNvPr>
            <p:cNvCxnSpPr>
              <a:cxnSpLocks/>
              <a:endCxn id="1831" idx="1"/>
            </p:cNvCxnSpPr>
            <p:nvPr/>
          </p:nvCxnSpPr>
          <p:spPr>
            <a:xfrm flipV="1">
              <a:off x="8815844" y="29426471"/>
              <a:ext cx="129226" cy="1"/>
            </a:xfrm>
            <a:prstGeom prst="line">
              <a:avLst/>
            </a:prstGeom>
            <a:ln/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</p:cxnSp>
        <p:sp>
          <p:nvSpPr>
            <p:cNvPr id="1833" name="TextBox 1832">
              <a:extLst>
                <a:ext uri="{FF2B5EF4-FFF2-40B4-BE49-F238E27FC236}">
                  <a16:creationId xmlns:a16="http://schemas.microsoft.com/office/drawing/2014/main" id="{793F0F84-862B-0754-58B1-D6DDB79B6A86}"/>
                </a:ext>
              </a:extLst>
            </p:cNvPr>
            <p:cNvSpPr txBox="1"/>
            <p:nvPr/>
          </p:nvSpPr>
          <p:spPr>
            <a:xfrm>
              <a:off x="9195138" y="29736328"/>
              <a:ext cx="881973" cy="21544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976A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800" dirty="0"/>
                <a:t>LP_PIXEL_DATA</a:t>
              </a:r>
            </a:p>
          </p:txBody>
        </p:sp>
        <p:cxnSp>
          <p:nvCxnSpPr>
            <p:cNvPr id="1834" name="Straight Connector 1833">
              <a:extLst>
                <a:ext uri="{FF2B5EF4-FFF2-40B4-BE49-F238E27FC236}">
                  <a16:creationId xmlns:a16="http://schemas.microsoft.com/office/drawing/2014/main" id="{225D243D-E130-0650-5E31-4B9D19DA41A9}"/>
                </a:ext>
              </a:extLst>
            </p:cNvPr>
            <p:cNvCxnSpPr>
              <a:cxnSpLocks/>
              <a:endCxn id="1833" idx="1"/>
            </p:cNvCxnSpPr>
            <p:nvPr/>
          </p:nvCxnSpPr>
          <p:spPr>
            <a:xfrm>
              <a:off x="8815844" y="29844050"/>
              <a:ext cx="379294" cy="0"/>
            </a:xfrm>
            <a:prstGeom prst="line">
              <a:avLst/>
            </a:prstGeom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sp>
          <p:nvSpPr>
            <p:cNvPr id="1835" name="TextBox 1834">
              <a:extLst>
                <a:ext uri="{FF2B5EF4-FFF2-40B4-BE49-F238E27FC236}">
                  <a16:creationId xmlns:a16="http://schemas.microsoft.com/office/drawing/2014/main" id="{844A79E7-7445-21E5-49AA-037E7281F5C5}"/>
                </a:ext>
              </a:extLst>
            </p:cNvPr>
            <p:cNvSpPr txBox="1"/>
            <p:nvPr/>
          </p:nvSpPr>
          <p:spPr>
            <a:xfrm>
              <a:off x="9567035" y="28930911"/>
              <a:ext cx="510076" cy="21544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800" dirty="0"/>
                <a:t>CLOCK</a:t>
              </a:r>
            </a:p>
          </p:txBody>
        </p:sp>
        <p:cxnSp>
          <p:nvCxnSpPr>
            <p:cNvPr id="1842" name="Straight Connector 1841">
              <a:extLst>
                <a:ext uri="{FF2B5EF4-FFF2-40B4-BE49-F238E27FC236}">
                  <a16:creationId xmlns:a16="http://schemas.microsoft.com/office/drawing/2014/main" id="{7D3A3BF3-D00F-96BE-98DB-CD7FFE80AE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68547" y="4735790"/>
              <a:ext cx="0" cy="1821107"/>
            </a:xfrm>
            <a:prstGeom prst="line">
              <a:avLst/>
            </a:prstGeom>
            <a:ln/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1843" name="Straight Connector 1842">
              <a:extLst>
                <a:ext uri="{FF2B5EF4-FFF2-40B4-BE49-F238E27FC236}">
                  <a16:creationId xmlns:a16="http://schemas.microsoft.com/office/drawing/2014/main" id="{DC654DA9-3269-CE08-92B3-F24CB3BC7557}"/>
                </a:ext>
              </a:extLst>
            </p:cNvPr>
            <p:cNvCxnSpPr>
              <a:cxnSpLocks/>
            </p:cNvCxnSpPr>
            <p:nvPr/>
          </p:nvCxnSpPr>
          <p:spPr>
            <a:xfrm>
              <a:off x="8258191" y="4735953"/>
              <a:ext cx="1836000" cy="0"/>
            </a:xfrm>
            <a:prstGeom prst="line">
              <a:avLst/>
            </a:prstGeom>
            <a:ln/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1844" name="Straight Connector 1843">
              <a:extLst>
                <a:ext uri="{FF2B5EF4-FFF2-40B4-BE49-F238E27FC236}">
                  <a16:creationId xmlns:a16="http://schemas.microsoft.com/office/drawing/2014/main" id="{DC38DF9D-2737-CE82-1E75-D486F20EF732}"/>
                </a:ext>
              </a:extLst>
            </p:cNvPr>
            <p:cNvCxnSpPr>
              <a:cxnSpLocks/>
            </p:cNvCxnSpPr>
            <p:nvPr/>
          </p:nvCxnSpPr>
          <p:spPr>
            <a:xfrm>
              <a:off x="8257366" y="6553461"/>
              <a:ext cx="13986000" cy="0"/>
            </a:xfrm>
            <a:prstGeom prst="line">
              <a:avLst/>
            </a:prstGeom>
            <a:ln/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1845" name="Straight Connector 1844">
              <a:extLst>
                <a:ext uri="{FF2B5EF4-FFF2-40B4-BE49-F238E27FC236}">
                  <a16:creationId xmlns:a16="http://schemas.microsoft.com/office/drawing/2014/main" id="{F55FB16B-5168-76B1-BA0A-FA85C88B2FF1}"/>
                </a:ext>
              </a:extLst>
            </p:cNvPr>
            <p:cNvCxnSpPr>
              <a:cxnSpLocks/>
            </p:cNvCxnSpPr>
            <p:nvPr/>
          </p:nvCxnSpPr>
          <p:spPr>
            <a:xfrm>
              <a:off x="20271754" y="4297479"/>
              <a:ext cx="1980000" cy="0"/>
            </a:xfrm>
            <a:prstGeom prst="line">
              <a:avLst/>
            </a:prstGeom>
            <a:ln/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1846" name="Straight Connector 1845">
              <a:extLst>
                <a:ext uri="{FF2B5EF4-FFF2-40B4-BE49-F238E27FC236}">
                  <a16:creationId xmlns:a16="http://schemas.microsoft.com/office/drawing/2014/main" id="{52ACCA21-4D9B-9523-3A19-4465E27DCF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240817" y="4297479"/>
              <a:ext cx="0" cy="2264400"/>
            </a:xfrm>
            <a:prstGeom prst="line">
              <a:avLst/>
            </a:prstGeom>
            <a:ln/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sp>
          <p:nvSpPr>
            <p:cNvPr id="1847" name="TextBox 1846">
              <a:extLst>
                <a:ext uri="{FF2B5EF4-FFF2-40B4-BE49-F238E27FC236}">
                  <a16:creationId xmlns:a16="http://schemas.microsoft.com/office/drawing/2014/main" id="{D17B0585-F289-873A-5EAF-1BAA79D54814}"/>
                </a:ext>
              </a:extLst>
            </p:cNvPr>
            <p:cNvSpPr txBox="1"/>
            <p:nvPr/>
          </p:nvSpPr>
          <p:spPr>
            <a:xfrm>
              <a:off x="8703436" y="4637193"/>
              <a:ext cx="1297150" cy="21544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00B3B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800" dirty="0"/>
                <a:t>READ_DATA_FROM_RAM</a:t>
              </a:r>
            </a:p>
          </p:txBody>
        </p:sp>
        <p:sp>
          <p:nvSpPr>
            <p:cNvPr id="1848" name="TextBox 1847">
              <a:extLst>
                <a:ext uri="{FF2B5EF4-FFF2-40B4-BE49-F238E27FC236}">
                  <a16:creationId xmlns:a16="http://schemas.microsoft.com/office/drawing/2014/main" id="{52EEA05E-B8C5-FF32-A77D-5B9218E5C247}"/>
                </a:ext>
              </a:extLst>
            </p:cNvPr>
            <p:cNvSpPr txBox="1"/>
            <p:nvPr/>
          </p:nvSpPr>
          <p:spPr>
            <a:xfrm>
              <a:off x="20414945" y="4194516"/>
              <a:ext cx="1297150" cy="21544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00B3B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800" dirty="0"/>
                <a:t>READ_DATA_FROM_RAM</a:t>
              </a:r>
            </a:p>
          </p:txBody>
        </p:sp>
        <p:grpSp>
          <p:nvGrpSpPr>
            <p:cNvPr id="2106" name="Group 2105">
              <a:extLst>
                <a:ext uri="{FF2B5EF4-FFF2-40B4-BE49-F238E27FC236}">
                  <a16:creationId xmlns:a16="http://schemas.microsoft.com/office/drawing/2014/main" id="{5D61A482-93F3-8138-0C31-A7C34DDE575A}"/>
                </a:ext>
              </a:extLst>
            </p:cNvPr>
            <p:cNvGrpSpPr/>
            <p:nvPr/>
          </p:nvGrpSpPr>
          <p:grpSpPr>
            <a:xfrm>
              <a:off x="12948553" y="5430969"/>
              <a:ext cx="5832535" cy="3174410"/>
              <a:chOff x="11712878" y="6364252"/>
              <a:chExt cx="5832535" cy="3174410"/>
            </a:xfrm>
          </p:grpSpPr>
          <p:cxnSp>
            <p:nvCxnSpPr>
              <p:cNvPr id="2107" name="Straight Connector 2106">
                <a:extLst>
                  <a:ext uri="{FF2B5EF4-FFF2-40B4-BE49-F238E27FC236}">
                    <a16:creationId xmlns:a16="http://schemas.microsoft.com/office/drawing/2014/main" id="{860F1B25-6A67-7F0F-02A3-722BDA88687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712878" y="6472704"/>
                <a:ext cx="720000" cy="1"/>
              </a:xfrm>
              <a:prstGeom prst="line">
                <a:avLst/>
              </a:prstGeom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08" name="Straight Connector 2107">
                <a:extLst>
                  <a:ext uri="{FF2B5EF4-FFF2-40B4-BE49-F238E27FC236}">
                    <a16:creationId xmlns:a16="http://schemas.microsoft.com/office/drawing/2014/main" id="{AF6565C3-F184-E727-2AE2-DDDA22492CD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714184" y="6893297"/>
                <a:ext cx="720000" cy="1"/>
              </a:xfrm>
              <a:prstGeom prst="line">
                <a:avLst/>
              </a:prstGeom>
              <a:ln/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</p:cxnSp>
          <p:sp>
            <p:nvSpPr>
              <p:cNvPr id="2109" name="Rectangle 2108">
                <a:extLst>
                  <a:ext uri="{FF2B5EF4-FFF2-40B4-BE49-F238E27FC236}">
                    <a16:creationId xmlns:a16="http://schemas.microsoft.com/office/drawing/2014/main" id="{DB388A3C-C8AD-DBBC-612D-ED225AE3DABE}"/>
                  </a:ext>
                </a:extLst>
              </p:cNvPr>
              <p:cNvSpPr/>
              <p:nvPr/>
            </p:nvSpPr>
            <p:spPr>
              <a:xfrm>
                <a:off x="16357413" y="8843009"/>
                <a:ext cx="1188000" cy="6956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REGISTER</a:t>
                </a:r>
              </a:p>
            </p:txBody>
          </p:sp>
          <p:cxnSp>
            <p:nvCxnSpPr>
              <p:cNvPr id="2110" name="Straight Connector 2109">
                <a:extLst>
                  <a:ext uri="{FF2B5EF4-FFF2-40B4-BE49-F238E27FC236}">
                    <a16:creationId xmlns:a16="http://schemas.microsoft.com/office/drawing/2014/main" id="{A61DA7D6-8DCB-7A0A-243B-BF6D948FBE0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966795" y="6477069"/>
                <a:ext cx="1080000" cy="1"/>
              </a:xfrm>
              <a:prstGeom prst="line">
                <a:avLst/>
              </a:prstGeom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11" name="Straight Connector 2110">
                <a:extLst>
                  <a:ext uri="{FF2B5EF4-FFF2-40B4-BE49-F238E27FC236}">
                    <a16:creationId xmlns:a16="http://schemas.microsoft.com/office/drawing/2014/main" id="{E1940940-751B-9F81-BAFD-B31B3B87E71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960118" y="6899798"/>
                <a:ext cx="720000" cy="1"/>
              </a:xfrm>
              <a:prstGeom prst="line">
                <a:avLst/>
              </a:prstGeom>
              <a:ln/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</p:cxnSp>
          <p:cxnSp>
            <p:nvCxnSpPr>
              <p:cNvPr id="2112" name="Straight Connector 2111">
                <a:extLst>
                  <a:ext uri="{FF2B5EF4-FFF2-40B4-BE49-F238E27FC236}">
                    <a16:creationId xmlns:a16="http://schemas.microsoft.com/office/drawing/2014/main" id="{3E2AB7AD-B1D8-5624-F66C-451EB8289F8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3670879" y="6893297"/>
                <a:ext cx="0" cy="2520000"/>
              </a:xfrm>
              <a:prstGeom prst="line">
                <a:avLst/>
              </a:prstGeom>
              <a:ln/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</p:cxnSp>
          <p:cxnSp>
            <p:nvCxnSpPr>
              <p:cNvPr id="2113" name="Straight Connector 2112">
                <a:extLst>
                  <a:ext uri="{FF2B5EF4-FFF2-40B4-BE49-F238E27FC236}">
                    <a16:creationId xmlns:a16="http://schemas.microsoft.com/office/drawing/2014/main" id="{04080B1E-ECD3-3231-0FE5-68F4B71CAF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038087" y="6472703"/>
                <a:ext cx="0" cy="2520000"/>
              </a:xfrm>
              <a:prstGeom prst="line">
                <a:avLst/>
              </a:prstGeom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14" name="Straight Connector 2113">
                <a:extLst>
                  <a:ext uri="{FF2B5EF4-FFF2-40B4-BE49-F238E27FC236}">
                    <a16:creationId xmlns:a16="http://schemas.microsoft.com/office/drawing/2014/main" id="{F73C5BCE-E97B-46D9-5D3C-4035F2B83A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030349" y="8989446"/>
                <a:ext cx="2325932" cy="0"/>
              </a:xfrm>
              <a:prstGeom prst="line">
                <a:avLst/>
              </a:prstGeom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15" name="Straight Connector 2114">
                <a:extLst>
                  <a:ext uri="{FF2B5EF4-FFF2-40B4-BE49-F238E27FC236}">
                    <a16:creationId xmlns:a16="http://schemas.microsoft.com/office/drawing/2014/main" id="{F7380B8D-E355-3D73-18F4-C1E75769D8A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661641" y="9405253"/>
                <a:ext cx="2700000" cy="1"/>
              </a:xfrm>
              <a:prstGeom prst="line">
                <a:avLst/>
              </a:prstGeom>
              <a:ln/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</p:cxnSp>
          <p:sp>
            <p:nvSpPr>
              <p:cNvPr id="2116" name="TextBox 2115">
                <a:extLst>
                  <a:ext uri="{FF2B5EF4-FFF2-40B4-BE49-F238E27FC236}">
                    <a16:creationId xmlns:a16="http://schemas.microsoft.com/office/drawing/2014/main" id="{0C96ED55-DB35-2AC5-0BEB-CAB539274A66}"/>
                  </a:ext>
                </a:extLst>
              </p:cNvPr>
              <p:cNvSpPr txBox="1"/>
              <p:nvPr/>
            </p:nvSpPr>
            <p:spPr>
              <a:xfrm>
                <a:off x="11865452" y="6364252"/>
                <a:ext cx="1383712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3A3A3A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EPI_COLUMN_PIXEL_DATA</a:t>
                </a:r>
              </a:p>
            </p:txBody>
          </p:sp>
          <p:sp>
            <p:nvSpPr>
              <p:cNvPr id="2117" name="TextBox 2116">
                <a:extLst>
                  <a:ext uri="{FF2B5EF4-FFF2-40B4-BE49-F238E27FC236}">
                    <a16:creationId xmlns:a16="http://schemas.microsoft.com/office/drawing/2014/main" id="{F998F22D-3185-E06F-9110-C11DB4145A39}"/>
                  </a:ext>
                </a:extLst>
              </p:cNvPr>
              <p:cNvSpPr txBox="1"/>
              <p:nvPr/>
            </p:nvSpPr>
            <p:spPr>
              <a:xfrm>
                <a:off x="11865452" y="6792270"/>
                <a:ext cx="1633781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24059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EPI_COLUMN_PIXEL_METADATA</a:t>
                </a:r>
              </a:p>
            </p:txBody>
          </p:sp>
          <p:sp>
            <p:nvSpPr>
              <p:cNvPr id="2118" name="TextBox 2117">
                <a:extLst>
                  <a:ext uri="{FF2B5EF4-FFF2-40B4-BE49-F238E27FC236}">
                    <a16:creationId xmlns:a16="http://schemas.microsoft.com/office/drawing/2014/main" id="{F7A4482A-CC85-ADA1-1B3F-C73B87A128C8}"/>
                  </a:ext>
                </a:extLst>
              </p:cNvPr>
              <p:cNvSpPr txBox="1"/>
              <p:nvPr/>
            </p:nvSpPr>
            <p:spPr>
              <a:xfrm>
                <a:off x="14862794" y="8884976"/>
                <a:ext cx="1383712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3A3A3A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EPI_COLUMN_PIXEL_DATA</a:t>
                </a:r>
              </a:p>
            </p:txBody>
          </p:sp>
          <p:sp>
            <p:nvSpPr>
              <p:cNvPr id="2119" name="TextBox 2118">
                <a:extLst>
                  <a:ext uri="{FF2B5EF4-FFF2-40B4-BE49-F238E27FC236}">
                    <a16:creationId xmlns:a16="http://schemas.microsoft.com/office/drawing/2014/main" id="{D59A65AE-D3BC-94B8-5CFC-53002DAE37FB}"/>
                  </a:ext>
                </a:extLst>
              </p:cNvPr>
              <p:cNvSpPr txBox="1"/>
              <p:nvPr/>
            </p:nvSpPr>
            <p:spPr>
              <a:xfrm>
                <a:off x="14612725" y="9301351"/>
                <a:ext cx="1633781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24059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EPI_COLUMN_PIXEL_METADATA</a:t>
                </a:r>
              </a:p>
            </p:txBody>
          </p:sp>
        </p:grpSp>
        <p:grpSp>
          <p:nvGrpSpPr>
            <p:cNvPr id="2120" name="Group 2119">
              <a:extLst>
                <a:ext uri="{FF2B5EF4-FFF2-40B4-BE49-F238E27FC236}">
                  <a16:creationId xmlns:a16="http://schemas.microsoft.com/office/drawing/2014/main" id="{A44A6A1B-CCFF-F300-D74E-47F8342BF662}"/>
                </a:ext>
              </a:extLst>
            </p:cNvPr>
            <p:cNvGrpSpPr/>
            <p:nvPr/>
          </p:nvGrpSpPr>
          <p:grpSpPr>
            <a:xfrm>
              <a:off x="18790090" y="7224567"/>
              <a:ext cx="5003185" cy="2160000"/>
              <a:chOff x="17554415" y="8157850"/>
              <a:chExt cx="5003185" cy="2160000"/>
            </a:xfrm>
          </p:grpSpPr>
          <p:sp>
            <p:nvSpPr>
              <p:cNvPr id="2121" name="Rectangle 2120">
                <a:extLst>
                  <a:ext uri="{FF2B5EF4-FFF2-40B4-BE49-F238E27FC236}">
                    <a16:creationId xmlns:a16="http://schemas.microsoft.com/office/drawing/2014/main" id="{90C892DE-1B13-D40E-6B71-E2E4C71E330E}"/>
                  </a:ext>
                </a:extLst>
              </p:cNvPr>
              <p:cNvSpPr/>
              <p:nvPr/>
            </p:nvSpPr>
            <p:spPr>
              <a:xfrm>
                <a:off x="20397600" y="8157850"/>
                <a:ext cx="2160000" cy="2160000"/>
              </a:xfrm>
              <a:prstGeom prst="rect">
                <a:avLst/>
              </a:prstGeom>
              <a:ln>
                <a:solidFill>
                  <a:srgbClr val="032333"/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dirty="0"/>
                  <a:t>CONFIDENCE COMPUTER RED</a:t>
                </a:r>
              </a:p>
            </p:txBody>
          </p:sp>
          <p:cxnSp>
            <p:nvCxnSpPr>
              <p:cNvPr id="2122" name="Straight Connector 2121">
                <a:extLst>
                  <a:ext uri="{FF2B5EF4-FFF2-40B4-BE49-F238E27FC236}">
                    <a16:creationId xmlns:a16="http://schemas.microsoft.com/office/drawing/2014/main" id="{5B0DD54E-A74C-A317-FA47-8FC5E29393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554415" y="9409074"/>
                <a:ext cx="2838156" cy="0"/>
              </a:xfrm>
              <a:prstGeom prst="line">
                <a:avLst/>
              </a:prstGeom>
              <a:ln/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</p:cxnSp>
          <p:sp>
            <p:nvSpPr>
              <p:cNvPr id="2123" name="TextBox 2122">
                <a:extLst>
                  <a:ext uri="{FF2B5EF4-FFF2-40B4-BE49-F238E27FC236}">
                    <a16:creationId xmlns:a16="http://schemas.microsoft.com/office/drawing/2014/main" id="{D9540F6F-332A-2E78-6418-6D694CA5ED89}"/>
                  </a:ext>
                </a:extLst>
              </p:cNvPr>
              <p:cNvSpPr txBox="1"/>
              <p:nvPr/>
            </p:nvSpPr>
            <p:spPr>
              <a:xfrm>
                <a:off x="18620634" y="9301351"/>
                <a:ext cx="1633781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24059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EPI_COLUMN_PIXEL_METADATA</a:t>
                </a:r>
              </a:p>
            </p:txBody>
          </p:sp>
          <p:cxnSp>
            <p:nvCxnSpPr>
              <p:cNvPr id="2124" name="Straight Connector 2123">
                <a:extLst>
                  <a:ext uri="{FF2B5EF4-FFF2-40B4-BE49-F238E27FC236}">
                    <a16:creationId xmlns:a16="http://schemas.microsoft.com/office/drawing/2014/main" id="{1CFC7854-DE02-72C1-A5FE-25403DB24F7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554415" y="8992698"/>
                <a:ext cx="2838156" cy="0"/>
              </a:xfrm>
              <a:prstGeom prst="line">
                <a:avLst/>
              </a:prstGeom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25" name="TextBox 2124">
                <a:extLst>
                  <a:ext uri="{FF2B5EF4-FFF2-40B4-BE49-F238E27FC236}">
                    <a16:creationId xmlns:a16="http://schemas.microsoft.com/office/drawing/2014/main" id="{543136E4-EC32-66AB-CB8B-9282612413C8}"/>
                  </a:ext>
                </a:extLst>
              </p:cNvPr>
              <p:cNvSpPr txBox="1"/>
              <p:nvPr/>
            </p:nvSpPr>
            <p:spPr>
              <a:xfrm>
                <a:off x="18870703" y="8884976"/>
                <a:ext cx="1383712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3A3A3A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EPI_COLUMN_PIXEL_DATA</a:t>
                </a:r>
              </a:p>
            </p:txBody>
          </p:sp>
          <p:sp>
            <p:nvSpPr>
              <p:cNvPr id="2126" name="TextBox 2125">
                <a:extLst>
                  <a:ext uri="{FF2B5EF4-FFF2-40B4-BE49-F238E27FC236}">
                    <a16:creationId xmlns:a16="http://schemas.microsoft.com/office/drawing/2014/main" id="{B3149E8F-19A4-8187-02E3-D5587FF03235}"/>
                  </a:ext>
                </a:extLst>
              </p:cNvPr>
              <p:cNvSpPr txBox="1"/>
              <p:nvPr/>
            </p:nvSpPr>
            <p:spPr>
              <a:xfrm>
                <a:off x="19771041" y="8456561"/>
                <a:ext cx="510076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CLOCK</a:t>
                </a:r>
              </a:p>
            </p:txBody>
          </p:sp>
        </p:grpSp>
        <p:grpSp>
          <p:nvGrpSpPr>
            <p:cNvPr id="2127" name="Group 2126">
              <a:extLst>
                <a:ext uri="{FF2B5EF4-FFF2-40B4-BE49-F238E27FC236}">
                  <a16:creationId xmlns:a16="http://schemas.microsoft.com/office/drawing/2014/main" id="{E9AC8596-B2B1-10CE-228B-670EF02A05C0}"/>
                </a:ext>
              </a:extLst>
            </p:cNvPr>
            <p:cNvGrpSpPr/>
            <p:nvPr/>
          </p:nvGrpSpPr>
          <p:grpSpPr>
            <a:xfrm>
              <a:off x="19033776" y="7537705"/>
              <a:ext cx="7106756" cy="5589875"/>
              <a:chOff x="17798101" y="8470988"/>
              <a:chExt cx="7106756" cy="5589875"/>
            </a:xfrm>
          </p:grpSpPr>
          <p:cxnSp>
            <p:nvCxnSpPr>
              <p:cNvPr id="2128" name="Straight Connector 2127">
                <a:extLst>
                  <a:ext uri="{FF2B5EF4-FFF2-40B4-BE49-F238E27FC236}">
                    <a16:creationId xmlns:a16="http://schemas.microsoft.com/office/drawing/2014/main" id="{783CDB46-926C-CF48-CB33-D644F6E830B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850930" y="9407387"/>
                <a:ext cx="0" cy="3632161"/>
              </a:xfrm>
              <a:prstGeom prst="line">
                <a:avLst/>
              </a:prstGeom>
              <a:ln/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</p:cxnSp>
          <p:cxnSp>
            <p:nvCxnSpPr>
              <p:cNvPr id="2129" name="Straight Connector 2128">
                <a:extLst>
                  <a:ext uri="{FF2B5EF4-FFF2-40B4-BE49-F238E27FC236}">
                    <a16:creationId xmlns:a16="http://schemas.microsoft.com/office/drawing/2014/main" id="{34A8ABE7-CD15-D349-132A-433C0E43336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210930" y="8994697"/>
                <a:ext cx="0" cy="3602948"/>
              </a:xfrm>
              <a:prstGeom prst="line">
                <a:avLst/>
              </a:prstGeom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30" name="Straight Connector 2129">
                <a:extLst>
                  <a:ext uri="{FF2B5EF4-FFF2-40B4-BE49-F238E27FC236}">
                    <a16:creationId xmlns:a16="http://schemas.microsoft.com/office/drawing/2014/main" id="{9A3AF39B-0650-25B3-EF8F-28855F6890C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558693" y="8570585"/>
                <a:ext cx="720000" cy="1"/>
              </a:xfrm>
              <a:prstGeom prst="line">
                <a:avLst/>
              </a:prstGeom>
              <a:ln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</p:cxnSp>
          <p:cxnSp>
            <p:nvCxnSpPr>
              <p:cNvPr id="2131" name="Straight Connector 2130">
                <a:extLst>
                  <a:ext uri="{FF2B5EF4-FFF2-40B4-BE49-F238E27FC236}">
                    <a16:creationId xmlns:a16="http://schemas.microsoft.com/office/drawing/2014/main" id="{EA08011E-FD56-B72D-0794-DF7B970B072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557613" y="9002565"/>
                <a:ext cx="720000" cy="1"/>
              </a:xfrm>
              <a:prstGeom prst="line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cxnSp>
            <p:nvCxnSpPr>
              <p:cNvPr id="2132" name="Straight Connector 2131">
                <a:extLst>
                  <a:ext uri="{FF2B5EF4-FFF2-40B4-BE49-F238E27FC236}">
                    <a16:creationId xmlns:a16="http://schemas.microsoft.com/office/drawing/2014/main" id="{5A8741F5-F832-1430-2F64-C025CF51D5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199619" y="12588511"/>
                <a:ext cx="2686048" cy="0"/>
              </a:xfrm>
              <a:prstGeom prst="line">
                <a:avLst/>
              </a:prstGeom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33" name="Straight Connector 2132">
                <a:extLst>
                  <a:ext uri="{FF2B5EF4-FFF2-40B4-BE49-F238E27FC236}">
                    <a16:creationId xmlns:a16="http://schemas.microsoft.com/office/drawing/2014/main" id="{47B3117E-8CC1-C823-65D4-DA9B310C8EF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839298" y="13034911"/>
                <a:ext cx="3046369" cy="0"/>
              </a:xfrm>
              <a:prstGeom prst="line">
                <a:avLst/>
              </a:prstGeom>
              <a:ln/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</p:cxnSp>
          <p:cxnSp>
            <p:nvCxnSpPr>
              <p:cNvPr id="2134" name="Straight Connector 2133">
                <a:extLst>
                  <a:ext uri="{FF2B5EF4-FFF2-40B4-BE49-F238E27FC236}">
                    <a16:creationId xmlns:a16="http://schemas.microsoft.com/office/drawing/2014/main" id="{0736470D-4D1D-5C7F-45B7-BB53E482841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815667" y="8574817"/>
                <a:ext cx="1080000" cy="1"/>
              </a:xfrm>
              <a:prstGeom prst="line">
                <a:avLst/>
              </a:prstGeom>
              <a:ln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</p:cxnSp>
          <p:cxnSp>
            <p:nvCxnSpPr>
              <p:cNvPr id="2135" name="Straight Connector 2134">
                <a:extLst>
                  <a:ext uri="{FF2B5EF4-FFF2-40B4-BE49-F238E27FC236}">
                    <a16:creationId xmlns:a16="http://schemas.microsoft.com/office/drawing/2014/main" id="{2ACEA0A4-42B1-3BAA-24BA-8F2B540AD5C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820769" y="9006798"/>
                <a:ext cx="720000" cy="1"/>
              </a:xfrm>
              <a:prstGeom prst="line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cxnSp>
            <p:nvCxnSpPr>
              <p:cNvPr id="2136" name="Straight Connector 2135">
                <a:extLst>
                  <a:ext uri="{FF2B5EF4-FFF2-40B4-BE49-F238E27FC236}">
                    <a16:creationId xmlns:a16="http://schemas.microsoft.com/office/drawing/2014/main" id="{44063BB8-D238-921C-7777-E77A04C029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540769" y="8998907"/>
                <a:ext cx="0" cy="1800000"/>
              </a:xfrm>
              <a:prstGeom prst="line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cxnSp>
            <p:nvCxnSpPr>
              <p:cNvPr id="2137" name="Straight Connector 2136">
                <a:extLst>
                  <a:ext uri="{FF2B5EF4-FFF2-40B4-BE49-F238E27FC236}">
                    <a16:creationId xmlns:a16="http://schemas.microsoft.com/office/drawing/2014/main" id="{198DD680-94B7-B47B-9BDF-B217476B9D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895667" y="8565614"/>
                <a:ext cx="0" cy="2520000"/>
              </a:xfrm>
              <a:prstGeom prst="line">
                <a:avLst/>
              </a:prstGeom>
              <a:ln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</p:cxnSp>
          <p:cxnSp>
            <p:nvCxnSpPr>
              <p:cNvPr id="2138" name="Straight Connector 2137">
                <a:extLst>
                  <a:ext uri="{FF2B5EF4-FFF2-40B4-BE49-F238E27FC236}">
                    <a16:creationId xmlns:a16="http://schemas.microsoft.com/office/drawing/2014/main" id="{DA6B9A57-B6E6-F794-07B6-05E277FE30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929074" y="10798907"/>
                <a:ext cx="5620885" cy="0"/>
              </a:xfrm>
              <a:prstGeom prst="line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cxnSp>
            <p:nvCxnSpPr>
              <p:cNvPr id="2139" name="Straight Connector 2138">
                <a:extLst>
                  <a:ext uri="{FF2B5EF4-FFF2-40B4-BE49-F238E27FC236}">
                    <a16:creationId xmlns:a16="http://schemas.microsoft.com/office/drawing/2014/main" id="{7710CF11-DC74-2573-500B-AA1F11C5EA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566296" y="11078715"/>
                <a:ext cx="6338561" cy="0"/>
              </a:xfrm>
              <a:prstGeom prst="line">
                <a:avLst/>
              </a:prstGeom>
              <a:ln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</p:cxnSp>
          <p:cxnSp>
            <p:nvCxnSpPr>
              <p:cNvPr id="2140" name="Straight Connector 2139">
                <a:extLst>
                  <a:ext uri="{FF2B5EF4-FFF2-40B4-BE49-F238E27FC236}">
                    <a16:creationId xmlns:a16="http://schemas.microsoft.com/office/drawing/2014/main" id="{97823FEA-8602-16A1-1724-525D1211B3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937911" y="10798907"/>
                <a:ext cx="0" cy="2689200"/>
              </a:xfrm>
              <a:prstGeom prst="line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cxnSp>
            <p:nvCxnSpPr>
              <p:cNvPr id="2141" name="Straight Connector 2140">
                <a:extLst>
                  <a:ext uri="{FF2B5EF4-FFF2-40B4-BE49-F238E27FC236}">
                    <a16:creationId xmlns:a16="http://schemas.microsoft.com/office/drawing/2014/main" id="{4F1551D7-1254-B212-E825-2F75727BFD2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929074" y="13477822"/>
                <a:ext cx="1960918" cy="0"/>
              </a:xfrm>
              <a:prstGeom prst="line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cxnSp>
            <p:nvCxnSpPr>
              <p:cNvPr id="2142" name="Straight Connector 2141">
                <a:extLst>
                  <a:ext uri="{FF2B5EF4-FFF2-40B4-BE49-F238E27FC236}">
                    <a16:creationId xmlns:a16="http://schemas.microsoft.com/office/drawing/2014/main" id="{1B6A657F-28D5-CC2C-29D5-441CC8368E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574570" y="11078715"/>
                <a:ext cx="0" cy="2862000"/>
              </a:xfrm>
              <a:prstGeom prst="line">
                <a:avLst/>
              </a:prstGeom>
              <a:ln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</p:cxnSp>
          <p:cxnSp>
            <p:nvCxnSpPr>
              <p:cNvPr id="2143" name="Straight Connector 2142">
                <a:extLst>
                  <a:ext uri="{FF2B5EF4-FFF2-40B4-BE49-F238E27FC236}">
                    <a16:creationId xmlns:a16="http://schemas.microsoft.com/office/drawing/2014/main" id="{5C4A93E9-98E9-CDCE-FE11-D0684C824F0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566296" y="13931018"/>
                <a:ext cx="2323696" cy="1915"/>
              </a:xfrm>
              <a:prstGeom prst="line">
                <a:avLst/>
              </a:prstGeom>
              <a:ln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</p:cxnSp>
          <p:sp>
            <p:nvSpPr>
              <p:cNvPr id="2144" name="Oval 2143">
                <a:extLst>
                  <a:ext uri="{FF2B5EF4-FFF2-40B4-BE49-F238E27FC236}">
                    <a16:creationId xmlns:a16="http://schemas.microsoft.com/office/drawing/2014/main" id="{C3719E1C-6FB1-504F-E815-39B6D4560D73}"/>
                  </a:ext>
                </a:extLst>
              </p:cNvPr>
              <p:cNvSpPr/>
              <p:nvPr/>
            </p:nvSpPr>
            <p:spPr>
              <a:xfrm>
                <a:off x="17798101" y="9349635"/>
                <a:ext cx="108000" cy="108000"/>
              </a:xfrm>
              <a:prstGeom prst="ellipse">
                <a:avLst/>
              </a:prstGeom>
              <a:solidFill>
                <a:srgbClr val="024059"/>
              </a:solidFill>
              <a:ln>
                <a:solidFill>
                  <a:srgbClr val="024059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45" name="Oval 2144">
                <a:extLst>
                  <a:ext uri="{FF2B5EF4-FFF2-40B4-BE49-F238E27FC236}">
                    <a16:creationId xmlns:a16="http://schemas.microsoft.com/office/drawing/2014/main" id="{59796869-50E1-FC5B-1005-635B233FE8FD}"/>
                  </a:ext>
                </a:extLst>
              </p:cNvPr>
              <p:cNvSpPr/>
              <p:nvPr/>
            </p:nvSpPr>
            <p:spPr>
              <a:xfrm>
                <a:off x="18154042" y="8950272"/>
                <a:ext cx="108000" cy="108000"/>
              </a:xfrm>
              <a:prstGeom prst="ellipse">
                <a:avLst/>
              </a:prstGeom>
              <a:solidFill>
                <a:srgbClr val="3A3A3A"/>
              </a:solidFill>
              <a:ln>
                <a:solidFill>
                  <a:srgbClr val="323232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46" name="TextBox 2145">
                <a:extLst>
                  <a:ext uri="{FF2B5EF4-FFF2-40B4-BE49-F238E27FC236}">
                    <a16:creationId xmlns:a16="http://schemas.microsoft.com/office/drawing/2014/main" id="{91B2BB60-F9EF-5A97-9E9C-80E7EA040B47}"/>
                  </a:ext>
                </a:extLst>
              </p:cNvPr>
              <p:cNvSpPr txBox="1"/>
              <p:nvPr/>
            </p:nvSpPr>
            <p:spPr>
              <a:xfrm>
                <a:off x="22719600" y="8470988"/>
                <a:ext cx="1473480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52808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/>
                  <a:t>DERIVATIVE_COLUMN_DATA</a:t>
                </a:r>
              </a:p>
            </p:txBody>
          </p:sp>
          <p:sp>
            <p:nvSpPr>
              <p:cNvPr id="2147" name="TextBox 2146">
                <a:extLst>
                  <a:ext uri="{FF2B5EF4-FFF2-40B4-BE49-F238E27FC236}">
                    <a16:creationId xmlns:a16="http://schemas.microsoft.com/office/drawing/2014/main" id="{963CB39E-D928-884F-05DB-D6B5C6713A25}"/>
                  </a:ext>
                </a:extLst>
              </p:cNvPr>
              <p:cNvSpPr txBox="1"/>
              <p:nvPr/>
            </p:nvSpPr>
            <p:spPr>
              <a:xfrm>
                <a:off x="22719600" y="8896550"/>
                <a:ext cx="1723549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00B3B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/>
                  <a:t>DERIVATIVE_COLUMN_METADATA</a:t>
                </a:r>
              </a:p>
            </p:txBody>
          </p:sp>
          <p:sp>
            <p:nvSpPr>
              <p:cNvPr id="2148" name="TextBox 2147">
                <a:extLst>
                  <a:ext uri="{FF2B5EF4-FFF2-40B4-BE49-F238E27FC236}">
                    <a16:creationId xmlns:a16="http://schemas.microsoft.com/office/drawing/2014/main" id="{5A4BD8A7-9AB2-5073-056F-D03A6861378D}"/>
                  </a:ext>
                </a:extLst>
              </p:cNvPr>
              <p:cNvSpPr txBox="1"/>
              <p:nvPr/>
            </p:nvSpPr>
            <p:spPr>
              <a:xfrm>
                <a:off x="19276069" y="13825211"/>
                <a:ext cx="1473480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52808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/>
                  <a:t>DERIVATIVE_COLUMN_DATA</a:t>
                </a:r>
              </a:p>
            </p:txBody>
          </p:sp>
          <p:sp>
            <p:nvSpPr>
              <p:cNvPr id="2149" name="TextBox 2148">
                <a:extLst>
                  <a:ext uri="{FF2B5EF4-FFF2-40B4-BE49-F238E27FC236}">
                    <a16:creationId xmlns:a16="http://schemas.microsoft.com/office/drawing/2014/main" id="{5907C8EC-E498-EE28-0BE0-49499AADDE81}"/>
                  </a:ext>
                </a:extLst>
              </p:cNvPr>
              <p:cNvSpPr txBox="1"/>
              <p:nvPr/>
            </p:nvSpPr>
            <p:spPr>
              <a:xfrm>
                <a:off x="19026000" y="13372274"/>
                <a:ext cx="1723549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00B3B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/>
                  <a:t>DERIVATIVE_COLUMN_METADATA</a:t>
                </a:r>
              </a:p>
            </p:txBody>
          </p:sp>
          <p:sp>
            <p:nvSpPr>
              <p:cNvPr id="2150" name="TextBox 2149">
                <a:extLst>
                  <a:ext uri="{FF2B5EF4-FFF2-40B4-BE49-F238E27FC236}">
                    <a16:creationId xmlns:a16="http://schemas.microsoft.com/office/drawing/2014/main" id="{6B870654-D3A5-7F59-EDDA-ACAC59A6F38F}"/>
                  </a:ext>
                </a:extLst>
              </p:cNvPr>
              <p:cNvSpPr txBox="1"/>
              <p:nvPr/>
            </p:nvSpPr>
            <p:spPr>
              <a:xfrm>
                <a:off x="19115768" y="12926135"/>
                <a:ext cx="1633781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24059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/>
                  <a:t>EPI_COLUMN_PIXEL_METADATA</a:t>
                </a:r>
              </a:p>
            </p:txBody>
          </p:sp>
          <p:sp>
            <p:nvSpPr>
              <p:cNvPr id="2151" name="TextBox 2150">
                <a:extLst>
                  <a:ext uri="{FF2B5EF4-FFF2-40B4-BE49-F238E27FC236}">
                    <a16:creationId xmlns:a16="http://schemas.microsoft.com/office/drawing/2014/main" id="{122CA1AC-E7E4-E717-7B70-794801CD4A66}"/>
                  </a:ext>
                </a:extLst>
              </p:cNvPr>
              <p:cNvSpPr txBox="1"/>
              <p:nvPr/>
            </p:nvSpPr>
            <p:spPr>
              <a:xfrm>
                <a:off x="19365837" y="12482568"/>
                <a:ext cx="1383712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3A3A3A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/>
                  <a:t>EPI_COLUMN_PIXEL_DATA</a:t>
                </a:r>
              </a:p>
            </p:txBody>
          </p:sp>
          <p:sp>
            <p:nvSpPr>
              <p:cNvPr id="2152" name="TextBox 2151">
                <a:extLst>
                  <a:ext uri="{FF2B5EF4-FFF2-40B4-BE49-F238E27FC236}">
                    <a16:creationId xmlns:a16="http://schemas.microsoft.com/office/drawing/2014/main" id="{712FAD2A-A595-BD4C-62DF-813BFAAAFA98}"/>
                  </a:ext>
                </a:extLst>
              </p:cNvPr>
              <p:cNvSpPr txBox="1"/>
              <p:nvPr/>
            </p:nvSpPr>
            <p:spPr>
              <a:xfrm>
                <a:off x="20221382" y="12040989"/>
                <a:ext cx="510076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/>
                  <a:t>CLOCK</a:t>
                </a:r>
              </a:p>
            </p:txBody>
          </p:sp>
          <p:sp>
            <p:nvSpPr>
              <p:cNvPr id="2153" name="Rectangle 2152">
                <a:extLst>
                  <a:ext uri="{FF2B5EF4-FFF2-40B4-BE49-F238E27FC236}">
                    <a16:creationId xmlns:a16="http://schemas.microsoft.com/office/drawing/2014/main" id="{8C57DC46-01EE-AB3B-5F5D-21869767207F}"/>
                  </a:ext>
                </a:extLst>
              </p:cNvPr>
              <p:cNvSpPr/>
              <p:nvPr/>
            </p:nvSpPr>
            <p:spPr>
              <a:xfrm>
                <a:off x="20890800" y="11900863"/>
                <a:ext cx="2160000" cy="2160000"/>
              </a:xfrm>
              <a:prstGeom prst="rect">
                <a:avLst/>
              </a:prstGeom>
              <a:ln>
                <a:solidFill>
                  <a:srgbClr val="032333"/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dirty="0"/>
                  <a:t>DISPARITY ESTIMATOR RED</a:t>
                </a:r>
              </a:p>
            </p:txBody>
          </p:sp>
        </p:grpSp>
        <p:cxnSp>
          <p:nvCxnSpPr>
            <p:cNvPr id="2159" name="Straight Connector 2158">
              <a:extLst>
                <a:ext uri="{FF2B5EF4-FFF2-40B4-BE49-F238E27FC236}">
                  <a16:creationId xmlns:a16="http://schemas.microsoft.com/office/drawing/2014/main" id="{9951C10A-16B6-4F80-9C82-3B84830EFA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963697" y="4302156"/>
              <a:ext cx="720000" cy="1"/>
            </a:xfrm>
            <a:prstGeom prst="line">
              <a:avLst/>
            </a:prstGeom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0" name="Straight Connector 2159">
              <a:extLst>
                <a:ext uri="{FF2B5EF4-FFF2-40B4-BE49-F238E27FC236}">
                  <a16:creationId xmlns:a16="http://schemas.microsoft.com/office/drawing/2014/main" id="{9B242305-A6F9-9669-64F0-BA5C7AEF2D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963697" y="3882581"/>
              <a:ext cx="720000" cy="1"/>
            </a:xfrm>
            <a:prstGeom prst="line">
              <a:avLst/>
            </a:prstGeom>
            <a:ln/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</p:cxnSp>
        <p:cxnSp>
          <p:nvCxnSpPr>
            <p:cNvPr id="2161" name="Straight Connector 2160">
              <a:extLst>
                <a:ext uri="{FF2B5EF4-FFF2-40B4-BE49-F238E27FC236}">
                  <a16:creationId xmlns:a16="http://schemas.microsoft.com/office/drawing/2014/main" id="{19C4F422-2339-2999-99A2-9ECB759F9A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963697" y="4729575"/>
              <a:ext cx="720000" cy="1"/>
            </a:xfrm>
            <a:prstGeom prst="line">
              <a:avLst/>
            </a:prstGeom>
            <a:ln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</p:cxnSp>
        <p:cxnSp>
          <p:nvCxnSpPr>
            <p:cNvPr id="2162" name="Straight Connector 2161">
              <a:extLst>
                <a:ext uri="{FF2B5EF4-FFF2-40B4-BE49-F238E27FC236}">
                  <a16:creationId xmlns:a16="http://schemas.microsoft.com/office/drawing/2014/main" id="{2521B955-AF04-AE34-60BA-9A64D4665F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963697" y="5164934"/>
              <a:ext cx="720000" cy="1"/>
            </a:xfrm>
            <a:prstGeom prst="line">
              <a:avLst/>
            </a:prstGeom>
            <a:ln>
              <a:solidFill>
                <a:srgbClr val="0323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3" name="Straight Connector 2162">
              <a:extLst>
                <a:ext uri="{FF2B5EF4-FFF2-40B4-BE49-F238E27FC236}">
                  <a16:creationId xmlns:a16="http://schemas.microsoft.com/office/drawing/2014/main" id="{350E62CC-A8A4-2D7B-79E8-37D77BBCD63D}"/>
                </a:ext>
              </a:extLst>
            </p:cNvPr>
            <p:cNvCxnSpPr>
              <a:cxnSpLocks/>
            </p:cNvCxnSpPr>
            <p:nvPr/>
          </p:nvCxnSpPr>
          <p:spPr>
            <a:xfrm>
              <a:off x="13873093" y="3882582"/>
              <a:ext cx="4270004" cy="624"/>
            </a:xfrm>
            <a:prstGeom prst="line">
              <a:avLst/>
            </a:prstGeom>
            <a:ln/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</p:cxnSp>
        <p:cxnSp>
          <p:nvCxnSpPr>
            <p:cNvPr id="2164" name="Straight Connector 2163">
              <a:extLst>
                <a:ext uri="{FF2B5EF4-FFF2-40B4-BE49-F238E27FC236}">
                  <a16:creationId xmlns:a16="http://schemas.microsoft.com/office/drawing/2014/main" id="{1D1EF7AF-A005-4E9D-508D-2AE02685FF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193712" y="4283487"/>
              <a:ext cx="3949383" cy="18670"/>
            </a:xfrm>
            <a:prstGeom prst="line">
              <a:avLst/>
            </a:prstGeom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5" name="Straight Connector 2164">
              <a:extLst>
                <a:ext uri="{FF2B5EF4-FFF2-40B4-BE49-F238E27FC236}">
                  <a16:creationId xmlns:a16="http://schemas.microsoft.com/office/drawing/2014/main" id="{5BFEDC2E-1E0D-C682-9947-11E846DE1AD1}"/>
                </a:ext>
              </a:extLst>
            </p:cNvPr>
            <p:cNvCxnSpPr>
              <a:cxnSpLocks/>
            </p:cNvCxnSpPr>
            <p:nvPr/>
          </p:nvCxnSpPr>
          <p:spPr>
            <a:xfrm>
              <a:off x="14365555" y="4729576"/>
              <a:ext cx="3777542" cy="0"/>
            </a:xfrm>
            <a:prstGeom prst="line">
              <a:avLst/>
            </a:prstGeom>
            <a:ln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</p:cxnSp>
        <p:cxnSp>
          <p:nvCxnSpPr>
            <p:cNvPr id="2166" name="Straight Connector 2165">
              <a:extLst>
                <a:ext uri="{FF2B5EF4-FFF2-40B4-BE49-F238E27FC236}">
                  <a16:creationId xmlns:a16="http://schemas.microsoft.com/office/drawing/2014/main" id="{43584FEB-4C2F-4F21-5340-0EE4E13FF8D2}"/>
                </a:ext>
              </a:extLst>
            </p:cNvPr>
            <p:cNvCxnSpPr>
              <a:cxnSpLocks/>
            </p:cNvCxnSpPr>
            <p:nvPr/>
          </p:nvCxnSpPr>
          <p:spPr>
            <a:xfrm>
              <a:off x="14588476" y="5167200"/>
              <a:ext cx="3554621" cy="0"/>
            </a:xfrm>
            <a:prstGeom prst="line">
              <a:avLst/>
            </a:prstGeom>
            <a:ln>
              <a:solidFill>
                <a:srgbClr val="0323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7" name="Elbow Connector 2166">
              <a:extLst>
                <a:ext uri="{FF2B5EF4-FFF2-40B4-BE49-F238E27FC236}">
                  <a16:creationId xmlns:a16="http://schemas.microsoft.com/office/drawing/2014/main" id="{2C7E4617-57D9-1B21-D342-637DE01B96AC}"/>
                </a:ext>
              </a:extLst>
            </p:cNvPr>
            <p:cNvCxnSpPr>
              <a:cxnSpLocks/>
            </p:cNvCxnSpPr>
            <p:nvPr/>
          </p:nvCxnSpPr>
          <p:spPr>
            <a:xfrm>
              <a:off x="2619730" y="2840178"/>
              <a:ext cx="15529863" cy="623387"/>
            </a:xfrm>
            <a:prstGeom prst="bentConnector3">
              <a:avLst>
                <a:gd name="adj1" fmla="val 72699"/>
              </a:avLst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168" name="Rectangle 2167">
              <a:extLst>
                <a:ext uri="{FF2B5EF4-FFF2-40B4-BE49-F238E27FC236}">
                  <a16:creationId xmlns:a16="http://schemas.microsoft.com/office/drawing/2014/main" id="{F5348893-FC60-E881-99E3-94346B03C846}"/>
                </a:ext>
              </a:extLst>
            </p:cNvPr>
            <p:cNvSpPr/>
            <p:nvPr/>
          </p:nvSpPr>
          <p:spPr>
            <a:xfrm>
              <a:off x="18147573" y="3273271"/>
              <a:ext cx="2160000" cy="2160000"/>
            </a:xfrm>
            <a:prstGeom prst="rect">
              <a:avLst/>
            </a:prstGeom>
            <a:ln>
              <a:solidFill>
                <a:srgbClr val="032333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200" dirty="0"/>
                <a:t>SHARED FRAME STORAGE RED</a:t>
              </a:r>
            </a:p>
          </p:txBody>
        </p:sp>
        <p:sp>
          <p:nvSpPr>
            <p:cNvPr id="2169" name="Oval 2168">
              <a:extLst>
                <a:ext uri="{FF2B5EF4-FFF2-40B4-BE49-F238E27FC236}">
                  <a16:creationId xmlns:a16="http://schemas.microsoft.com/office/drawing/2014/main" id="{239E8660-FBC6-9103-9512-905B48686245}"/>
                </a:ext>
              </a:extLst>
            </p:cNvPr>
            <p:cNvSpPr/>
            <p:nvPr/>
          </p:nvSpPr>
          <p:spPr>
            <a:xfrm>
              <a:off x="13855309" y="2782651"/>
              <a:ext cx="108000" cy="10800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70" name="Straight Connector 2169">
              <a:extLst>
                <a:ext uri="{FF2B5EF4-FFF2-40B4-BE49-F238E27FC236}">
                  <a16:creationId xmlns:a16="http://schemas.microsoft.com/office/drawing/2014/main" id="{DA061C3C-BCD5-170F-8FE4-A7A03F6B2A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938330" y="1555553"/>
              <a:ext cx="23392175" cy="0"/>
            </a:xfrm>
            <a:prstGeom prst="line">
              <a:avLst/>
            </a:prstGeom>
            <a:ln>
              <a:solidFill>
                <a:srgbClr val="622C0E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</p:cxnSp>
        <p:cxnSp>
          <p:nvCxnSpPr>
            <p:cNvPr id="2171" name="Straight Connector 2170">
              <a:extLst>
                <a:ext uri="{FF2B5EF4-FFF2-40B4-BE49-F238E27FC236}">
                  <a16:creationId xmlns:a16="http://schemas.microsoft.com/office/drawing/2014/main" id="{9C3072AD-9CD0-9EBC-85F6-879DE645A5CA}"/>
                </a:ext>
              </a:extLst>
            </p:cNvPr>
            <p:cNvCxnSpPr>
              <a:cxnSpLocks/>
            </p:cNvCxnSpPr>
            <p:nvPr/>
          </p:nvCxnSpPr>
          <p:spPr>
            <a:xfrm>
              <a:off x="14945205" y="1551952"/>
              <a:ext cx="0" cy="3175200"/>
            </a:xfrm>
            <a:prstGeom prst="line">
              <a:avLst/>
            </a:prstGeom>
            <a:ln>
              <a:solidFill>
                <a:srgbClr val="622C0E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</p:cxnSp>
        <p:sp>
          <p:nvSpPr>
            <p:cNvPr id="2172" name="Oval 2171">
              <a:extLst>
                <a:ext uri="{FF2B5EF4-FFF2-40B4-BE49-F238E27FC236}">
                  <a16:creationId xmlns:a16="http://schemas.microsoft.com/office/drawing/2014/main" id="{7F66CE40-C2A4-F350-B71F-3ADC04019B3B}"/>
                </a:ext>
              </a:extLst>
            </p:cNvPr>
            <p:cNvSpPr/>
            <p:nvPr/>
          </p:nvSpPr>
          <p:spPr>
            <a:xfrm>
              <a:off x="14891205" y="4672726"/>
              <a:ext cx="108000" cy="108000"/>
            </a:xfrm>
            <a:prstGeom prst="ellipse">
              <a:avLst/>
            </a:prstGeom>
            <a:solidFill>
              <a:srgbClr val="622C0E"/>
            </a:solidFill>
            <a:ln>
              <a:solidFill>
                <a:srgbClr val="622C0E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73" name="Straight Connector 2172">
              <a:extLst>
                <a:ext uri="{FF2B5EF4-FFF2-40B4-BE49-F238E27FC236}">
                  <a16:creationId xmlns:a16="http://schemas.microsoft.com/office/drawing/2014/main" id="{CCA67FF1-640C-539F-2ADF-9F455606AB4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291824" y="1937153"/>
              <a:ext cx="22678636" cy="0"/>
            </a:xfrm>
            <a:prstGeom prst="line">
              <a:avLst/>
            </a:prstGeom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4" name="Straight Connector 2173">
              <a:extLst>
                <a:ext uri="{FF2B5EF4-FFF2-40B4-BE49-F238E27FC236}">
                  <a16:creationId xmlns:a16="http://schemas.microsoft.com/office/drawing/2014/main" id="{00AEA74C-6B86-500D-10C3-C745A40128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291824" y="1929953"/>
              <a:ext cx="5379" cy="2383200"/>
            </a:xfrm>
            <a:prstGeom prst="line">
              <a:avLst/>
            </a:prstGeom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75" name="Oval 2174">
              <a:extLst>
                <a:ext uri="{FF2B5EF4-FFF2-40B4-BE49-F238E27FC236}">
                  <a16:creationId xmlns:a16="http://schemas.microsoft.com/office/drawing/2014/main" id="{1E6E8436-6406-28EB-6D21-B9D7677BB01E}"/>
                </a:ext>
              </a:extLst>
            </p:cNvPr>
            <p:cNvSpPr/>
            <p:nvPr/>
          </p:nvSpPr>
          <p:spPr>
            <a:xfrm>
              <a:off x="15237824" y="4247294"/>
              <a:ext cx="108000" cy="108000"/>
            </a:xfrm>
            <a:prstGeom prst="ellipse">
              <a:avLst/>
            </a:prstGeom>
            <a:solidFill>
              <a:srgbClr val="47D45A"/>
            </a:solidFill>
            <a:ln>
              <a:solidFill>
                <a:srgbClr val="47D45A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76" name="Straight Connector 2175">
              <a:extLst>
                <a:ext uri="{FF2B5EF4-FFF2-40B4-BE49-F238E27FC236}">
                  <a16:creationId xmlns:a16="http://schemas.microsoft.com/office/drawing/2014/main" id="{11671BB5-3A9D-C342-4E4E-D0721A346E3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660246" y="2297153"/>
              <a:ext cx="21955884" cy="0"/>
            </a:xfrm>
            <a:prstGeom prst="line">
              <a:avLst/>
            </a:prstGeom>
            <a:ln>
              <a:solidFill>
                <a:srgbClr val="1B440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7" name="Straight Connector 2176">
              <a:extLst>
                <a:ext uri="{FF2B5EF4-FFF2-40B4-BE49-F238E27FC236}">
                  <a16:creationId xmlns:a16="http://schemas.microsoft.com/office/drawing/2014/main" id="{C6251CE6-5EE6-8FEF-89B8-508FB5BF896A}"/>
                </a:ext>
              </a:extLst>
            </p:cNvPr>
            <p:cNvCxnSpPr>
              <a:cxnSpLocks/>
            </p:cNvCxnSpPr>
            <p:nvPr/>
          </p:nvCxnSpPr>
          <p:spPr>
            <a:xfrm>
              <a:off x="15667290" y="2289952"/>
              <a:ext cx="0" cy="1602000"/>
            </a:xfrm>
            <a:prstGeom prst="line">
              <a:avLst/>
            </a:prstGeom>
            <a:ln>
              <a:solidFill>
                <a:srgbClr val="1B440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78" name="Oval 2177">
              <a:extLst>
                <a:ext uri="{FF2B5EF4-FFF2-40B4-BE49-F238E27FC236}">
                  <a16:creationId xmlns:a16="http://schemas.microsoft.com/office/drawing/2014/main" id="{E2CBB8A7-841C-305A-A009-3C2936F469A0}"/>
                </a:ext>
              </a:extLst>
            </p:cNvPr>
            <p:cNvSpPr/>
            <p:nvPr/>
          </p:nvSpPr>
          <p:spPr>
            <a:xfrm>
              <a:off x="15613290" y="3831598"/>
              <a:ext cx="108000" cy="108000"/>
            </a:xfrm>
            <a:prstGeom prst="ellipse">
              <a:avLst/>
            </a:prstGeom>
            <a:solidFill>
              <a:srgbClr val="1D440D"/>
            </a:solidFill>
            <a:ln>
              <a:solidFill>
                <a:srgbClr val="1D440D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79" name="TextBox 2178">
              <a:extLst>
                <a:ext uri="{FF2B5EF4-FFF2-40B4-BE49-F238E27FC236}">
                  <a16:creationId xmlns:a16="http://schemas.microsoft.com/office/drawing/2014/main" id="{9CFDDCB3-ABFE-44B7-C363-5AF87EC3EABD}"/>
                </a:ext>
              </a:extLst>
            </p:cNvPr>
            <p:cNvSpPr txBox="1"/>
            <p:nvPr/>
          </p:nvSpPr>
          <p:spPr>
            <a:xfrm>
              <a:off x="13102997" y="3779988"/>
              <a:ext cx="1702710" cy="21544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1C430C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800" dirty="0"/>
                <a:t>WRITE_INSTRUCTIONS_FOR_RAM</a:t>
              </a:r>
            </a:p>
          </p:txBody>
        </p:sp>
        <p:sp>
          <p:nvSpPr>
            <p:cNvPr id="2180" name="TextBox 2179">
              <a:extLst>
                <a:ext uri="{FF2B5EF4-FFF2-40B4-BE49-F238E27FC236}">
                  <a16:creationId xmlns:a16="http://schemas.microsoft.com/office/drawing/2014/main" id="{749AE385-2B92-35A1-C9B0-77DE490735AD}"/>
                </a:ext>
              </a:extLst>
            </p:cNvPr>
            <p:cNvSpPr txBox="1"/>
            <p:nvPr/>
          </p:nvSpPr>
          <p:spPr>
            <a:xfrm>
              <a:off x="13102997" y="4196818"/>
              <a:ext cx="1184940" cy="21544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7D45A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800" dirty="0"/>
                <a:t>WRITE_DATA_TO_RAM</a:t>
              </a:r>
            </a:p>
          </p:txBody>
        </p:sp>
        <p:sp>
          <p:nvSpPr>
            <p:cNvPr id="2181" name="TextBox 2180">
              <a:extLst>
                <a:ext uri="{FF2B5EF4-FFF2-40B4-BE49-F238E27FC236}">
                  <a16:creationId xmlns:a16="http://schemas.microsoft.com/office/drawing/2014/main" id="{2A4098BA-4DC5-05E0-4B37-632027B8D81B}"/>
                </a:ext>
              </a:extLst>
            </p:cNvPr>
            <p:cNvSpPr txBox="1"/>
            <p:nvPr/>
          </p:nvSpPr>
          <p:spPr>
            <a:xfrm>
              <a:off x="13102997" y="4622656"/>
              <a:ext cx="1366080" cy="21544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612C0F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800" dirty="0"/>
                <a:t>READ_ADDRESS_ON_RAM</a:t>
              </a:r>
            </a:p>
          </p:txBody>
        </p:sp>
        <p:sp>
          <p:nvSpPr>
            <p:cNvPr id="2182" name="TextBox 2181">
              <a:extLst>
                <a:ext uri="{FF2B5EF4-FFF2-40B4-BE49-F238E27FC236}">
                  <a16:creationId xmlns:a16="http://schemas.microsoft.com/office/drawing/2014/main" id="{61D29A4B-CDA0-8C57-34F7-75A2677FE36A}"/>
                </a:ext>
              </a:extLst>
            </p:cNvPr>
            <p:cNvSpPr txBox="1"/>
            <p:nvPr/>
          </p:nvSpPr>
          <p:spPr>
            <a:xfrm>
              <a:off x="13102997" y="5057654"/>
              <a:ext cx="1617751" cy="21544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42233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800" dirty="0"/>
                <a:t>BANKS_5_TO_8_USER_MODULE</a:t>
              </a:r>
            </a:p>
          </p:txBody>
        </p:sp>
        <p:sp>
          <p:nvSpPr>
            <p:cNvPr id="2183" name="TextBox 2182">
              <a:extLst>
                <a:ext uri="{FF2B5EF4-FFF2-40B4-BE49-F238E27FC236}">
                  <a16:creationId xmlns:a16="http://schemas.microsoft.com/office/drawing/2014/main" id="{5EAF5D77-9ADA-D8AE-F6F7-9DED39005A2A}"/>
                </a:ext>
              </a:extLst>
            </p:cNvPr>
            <p:cNvSpPr txBox="1"/>
            <p:nvPr/>
          </p:nvSpPr>
          <p:spPr>
            <a:xfrm>
              <a:off x="17475548" y="3355843"/>
              <a:ext cx="510076" cy="21544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800" dirty="0"/>
                <a:t>CLOCK</a:t>
              </a:r>
            </a:p>
          </p:txBody>
        </p:sp>
        <p:sp>
          <p:nvSpPr>
            <p:cNvPr id="2184" name="TextBox 2183">
              <a:extLst>
                <a:ext uri="{FF2B5EF4-FFF2-40B4-BE49-F238E27FC236}">
                  <a16:creationId xmlns:a16="http://schemas.microsoft.com/office/drawing/2014/main" id="{84D93DD6-E2A8-BE9F-2BAE-5BE63EB7D624}"/>
                </a:ext>
              </a:extLst>
            </p:cNvPr>
            <p:cNvSpPr txBox="1"/>
            <p:nvPr/>
          </p:nvSpPr>
          <p:spPr>
            <a:xfrm>
              <a:off x="16282914" y="3779988"/>
              <a:ext cx="1702710" cy="21544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1C430C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800" dirty="0"/>
                <a:t>WRITE_INSTRUCTIONS_FOR_RAM</a:t>
              </a:r>
            </a:p>
          </p:txBody>
        </p:sp>
        <p:sp>
          <p:nvSpPr>
            <p:cNvPr id="2185" name="TextBox 2184">
              <a:extLst>
                <a:ext uri="{FF2B5EF4-FFF2-40B4-BE49-F238E27FC236}">
                  <a16:creationId xmlns:a16="http://schemas.microsoft.com/office/drawing/2014/main" id="{3E1154D0-8073-E3CB-3F39-20E10CD8A494}"/>
                </a:ext>
              </a:extLst>
            </p:cNvPr>
            <p:cNvSpPr txBox="1"/>
            <p:nvPr/>
          </p:nvSpPr>
          <p:spPr>
            <a:xfrm>
              <a:off x="16800684" y="4183566"/>
              <a:ext cx="1184940" cy="21544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7D45A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800" dirty="0"/>
                <a:t>WRITE_DATA_TO_RAM</a:t>
              </a:r>
            </a:p>
          </p:txBody>
        </p:sp>
        <p:sp>
          <p:nvSpPr>
            <p:cNvPr id="2186" name="TextBox 2185">
              <a:extLst>
                <a:ext uri="{FF2B5EF4-FFF2-40B4-BE49-F238E27FC236}">
                  <a16:creationId xmlns:a16="http://schemas.microsoft.com/office/drawing/2014/main" id="{98BC88F8-7B59-1C6F-F8E0-5E44D317D5F0}"/>
                </a:ext>
              </a:extLst>
            </p:cNvPr>
            <p:cNvSpPr txBox="1"/>
            <p:nvPr/>
          </p:nvSpPr>
          <p:spPr>
            <a:xfrm>
              <a:off x="16619544" y="4622656"/>
              <a:ext cx="1366080" cy="21544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612C0F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800" dirty="0"/>
                <a:t>READ_ADDRESS_ON_RAM</a:t>
              </a:r>
            </a:p>
          </p:txBody>
        </p:sp>
        <p:sp>
          <p:nvSpPr>
            <p:cNvPr id="2187" name="TextBox 2186">
              <a:extLst>
                <a:ext uri="{FF2B5EF4-FFF2-40B4-BE49-F238E27FC236}">
                  <a16:creationId xmlns:a16="http://schemas.microsoft.com/office/drawing/2014/main" id="{5E1DB578-4622-82BE-04CF-A95FBD5EC4F3}"/>
                </a:ext>
              </a:extLst>
            </p:cNvPr>
            <p:cNvSpPr txBox="1"/>
            <p:nvPr/>
          </p:nvSpPr>
          <p:spPr>
            <a:xfrm>
              <a:off x="16367873" y="5057654"/>
              <a:ext cx="1617751" cy="21544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42233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800" dirty="0"/>
                <a:t>BANKS_5_TO_8_USER_MODULE</a:t>
              </a:r>
            </a:p>
          </p:txBody>
        </p:sp>
        <p:grpSp>
          <p:nvGrpSpPr>
            <p:cNvPr id="2799" name="Group 2798">
              <a:extLst>
                <a:ext uri="{FF2B5EF4-FFF2-40B4-BE49-F238E27FC236}">
                  <a16:creationId xmlns:a16="http://schemas.microsoft.com/office/drawing/2014/main" id="{CF105C28-02DA-FE76-8A88-C6CC7B0825C3}"/>
                </a:ext>
              </a:extLst>
            </p:cNvPr>
            <p:cNvGrpSpPr/>
            <p:nvPr/>
          </p:nvGrpSpPr>
          <p:grpSpPr>
            <a:xfrm>
              <a:off x="35640000" y="1546129"/>
              <a:ext cx="2692800" cy="8748851"/>
              <a:chOff x="32759145" y="1546129"/>
              <a:chExt cx="2692800" cy="8748851"/>
            </a:xfrm>
          </p:grpSpPr>
          <p:cxnSp>
            <p:nvCxnSpPr>
              <p:cNvPr id="2188" name="Straight Connector 2187">
                <a:extLst>
                  <a:ext uri="{FF2B5EF4-FFF2-40B4-BE49-F238E27FC236}">
                    <a16:creationId xmlns:a16="http://schemas.microsoft.com/office/drawing/2014/main" id="{716FA510-C5CB-FE27-20CA-692A4A8172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451945" y="1546129"/>
                <a:ext cx="0" cy="8643600"/>
              </a:xfrm>
              <a:prstGeom prst="line">
                <a:avLst/>
              </a:prstGeom>
              <a:ln>
                <a:solidFill>
                  <a:srgbClr val="622C0E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2189" name="Straight Connector 2188">
                <a:extLst>
                  <a:ext uri="{FF2B5EF4-FFF2-40B4-BE49-F238E27FC236}">
                    <a16:creationId xmlns:a16="http://schemas.microsoft.com/office/drawing/2014/main" id="{AA3E5EB5-E906-24B4-B93D-4EAF4463A0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084745" y="1937445"/>
                <a:ext cx="3600" cy="7835192"/>
              </a:xfrm>
              <a:prstGeom prst="line">
                <a:avLst/>
              </a:prstGeom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0" name="Straight Connector 2189">
                <a:extLst>
                  <a:ext uri="{FF2B5EF4-FFF2-40B4-BE49-F238E27FC236}">
                    <a16:creationId xmlns:a16="http://schemas.microsoft.com/office/drawing/2014/main" id="{6BDD3FE1-9276-9059-1D21-FE4B959EF1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731945" y="2289953"/>
                <a:ext cx="0" cy="7063200"/>
              </a:xfrm>
              <a:prstGeom prst="line">
                <a:avLst/>
              </a:prstGeom>
              <a:ln>
                <a:solidFill>
                  <a:srgbClr val="1B440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1" name="Straight Connector 2190">
                <a:extLst>
                  <a:ext uri="{FF2B5EF4-FFF2-40B4-BE49-F238E27FC236}">
                    <a16:creationId xmlns:a16="http://schemas.microsoft.com/office/drawing/2014/main" id="{680265A8-EE11-EF45-2846-FE69BF3AD57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2759145" y="9758242"/>
                <a:ext cx="720000" cy="1"/>
              </a:xfrm>
              <a:prstGeom prst="line">
                <a:avLst/>
              </a:prstGeom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2" name="Straight Connector 2191">
                <a:extLst>
                  <a:ext uri="{FF2B5EF4-FFF2-40B4-BE49-F238E27FC236}">
                    <a16:creationId xmlns:a16="http://schemas.microsoft.com/office/drawing/2014/main" id="{3CEB2F59-41C2-C04C-2D95-6C30EDF9258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2759145" y="10180665"/>
                <a:ext cx="720000" cy="1"/>
              </a:xfrm>
              <a:prstGeom prst="line">
                <a:avLst/>
              </a:prstGeom>
              <a:ln>
                <a:solidFill>
                  <a:srgbClr val="622C0E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2193" name="Straight Connector 2192">
                <a:extLst>
                  <a:ext uri="{FF2B5EF4-FFF2-40B4-BE49-F238E27FC236}">
                    <a16:creationId xmlns:a16="http://schemas.microsoft.com/office/drawing/2014/main" id="{B13A1D0A-4D8E-FF4E-5503-44F4B8607BE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2759145" y="9346712"/>
                <a:ext cx="720000" cy="1"/>
              </a:xfrm>
              <a:prstGeom prst="line">
                <a:avLst/>
              </a:prstGeom>
              <a:ln>
                <a:solidFill>
                  <a:srgbClr val="1B440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4" name="Straight Connector 2193">
                <a:extLst>
                  <a:ext uri="{FF2B5EF4-FFF2-40B4-BE49-F238E27FC236}">
                    <a16:creationId xmlns:a16="http://schemas.microsoft.com/office/drawing/2014/main" id="{E044FB04-F3CD-971E-9978-E6E4AA2F7C3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015545" y="9343219"/>
                <a:ext cx="720000" cy="1"/>
              </a:xfrm>
              <a:prstGeom prst="line">
                <a:avLst/>
              </a:prstGeom>
              <a:ln>
                <a:solidFill>
                  <a:srgbClr val="1B440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5" name="Straight Connector 2194">
                <a:extLst>
                  <a:ext uri="{FF2B5EF4-FFF2-40B4-BE49-F238E27FC236}">
                    <a16:creationId xmlns:a16="http://schemas.microsoft.com/office/drawing/2014/main" id="{B648A48C-E3D9-4116-D20D-4B9358D4EDE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011945" y="10179765"/>
                <a:ext cx="1440000" cy="1"/>
              </a:xfrm>
              <a:prstGeom prst="line">
                <a:avLst/>
              </a:prstGeom>
              <a:ln>
                <a:solidFill>
                  <a:srgbClr val="622C0E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2196" name="Straight Connector 2195">
                <a:extLst>
                  <a:ext uri="{FF2B5EF4-FFF2-40B4-BE49-F238E27FC236}">
                    <a16:creationId xmlns:a16="http://schemas.microsoft.com/office/drawing/2014/main" id="{2A3DCC1A-5ED5-5605-0551-3D9C40E1A54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004745" y="9764744"/>
                <a:ext cx="1080000" cy="1"/>
              </a:xfrm>
              <a:prstGeom prst="line">
                <a:avLst/>
              </a:prstGeom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97" name="TextBox 2196">
                <a:extLst>
                  <a:ext uri="{FF2B5EF4-FFF2-40B4-BE49-F238E27FC236}">
                    <a16:creationId xmlns:a16="http://schemas.microsoft.com/office/drawing/2014/main" id="{16AD7191-02D7-1F2C-6257-16F095D177F4}"/>
                  </a:ext>
                </a:extLst>
              </p:cNvPr>
              <p:cNvSpPr txBox="1"/>
              <p:nvPr/>
            </p:nvSpPr>
            <p:spPr>
              <a:xfrm>
                <a:off x="32896917" y="9242321"/>
                <a:ext cx="1702710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1C430C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WRITE_INSTRUCTIONS_FOR_RAM</a:t>
                </a:r>
              </a:p>
            </p:txBody>
          </p:sp>
          <p:sp>
            <p:nvSpPr>
              <p:cNvPr id="2198" name="TextBox 2197">
                <a:extLst>
                  <a:ext uri="{FF2B5EF4-FFF2-40B4-BE49-F238E27FC236}">
                    <a16:creationId xmlns:a16="http://schemas.microsoft.com/office/drawing/2014/main" id="{E806511D-6B32-02DA-F306-C1A76CA3F338}"/>
                  </a:ext>
                </a:extLst>
              </p:cNvPr>
              <p:cNvSpPr txBox="1"/>
              <p:nvPr/>
            </p:nvSpPr>
            <p:spPr>
              <a:xfrm>
                <a:off x="32896917" y="9654154"/>
                <a:ext cx="1184940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7D45A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WRITE_DATA_TO_RAM</a:t>
                </a:r>
              </a:p>
            </p:txBody>
          </p:sp>
          <p:sp>
            <p:nvSpPr>
              <p:cNvPr id="2199" name="TextBox 2198">
                <a:extLst>
                  <a:ext uri="{FF2B5EF4-FFF2-40B4-BE49-F238E27FC236}">
                    <a16:creationId xmlns:a16="http://schemas.microsoft.com/office/drawing/2014/main" id="{3D0E5FC0-DDDD-A020-9145-220234577206}"/>
                  </a:ext>
                </a:extLst>
              </p:cNvPr>
              <p:cNvSpPr txBox="1"/>
              <p:nvPr/>
            </p:nvSpPr>
            <p:spPr>
              <a:xfrm>
                <a:off x="32896917" y="10079536"/>
                <a:ext cx="1366080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612C0F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READ_ADDRESS_ON_RAM</a:t>
                </a:r>
              </a:p>
            </p:txBody>
          </p:sp>
        </p:grpSp>
        <p:cxnSp>
          <p:nvCxnSpPr>
            <p:cNvPr id="2201" name="Straight Connector 2200">
              <a:extLst>
                <a:ext uri="{FF2B5EF4-FFF2-40B4-BE49-F238E27FC236}">
                  <a16:creationId xmlns:a16="http://schemas.microsoft.com/office/drawing/2014/main" id="{76B12FDF-3FFF-B62D-CA80-5A6A76EF7D4D}"/>
                </a:ext>
              </a:extLst>
            </p:cNvPr>
            <p:cNvCxnSpPr>
              <a:cxnSpLocks/>
            </p:cNvCxnSpPr>
            <p:nvPr/>
          </p:nvCxnSpPr>
          <p:spPr>
            <a:xfrm>
              <a:off x="24282638" y="12144291"/>
              <a:ext cx="483512" cy="0"/>
            </a:xfrm>
            <a:prstGeom prst="line">
              <a:avLst/>
            </a:prstGeom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2" name="Straight Connector 2201">
              <a:extLst>
                <a:ext uri="{FF2B5EF4-FFF2-40B4-BE49-F238E27FC236}">
                  <a16:creationId xmlns:a16="http://schemas.microsoft.com/office/drawing/2014/main" id="{AE899228-72EC-2760-2CE8-3988F03E22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279794" y="12576429"/>
              <a:ext cx="720000" cy="1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3" name="Straight Connector 2202">
              <a:extLst>
                <a:ext uri="{FF2B5EF4-FFF2-40B4-BE49-F238E27FC236}">
                  <a16:creationId xmlns:a16="http://schemas.microsoft.com/office/drawing/2014/main" id="{18E480CF-DF99-FF0E-C6B6-ADDA3F3F07D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179040" y="11458454"/>
              <a:ext cx="5227916" cy="0"/>
            </a:xfrm>
            <a:prstGeom prst="line">
              <a:avLst/>
            </a:prstGeom>
            <a:ln>
              <a:solidFill>
                <a:srgbClr val="0323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4" name="Straight Connector 2203">
              <a:extLst>
                <a:ext uri="{FF2B5EF4-FFF2-40B4-BE49-F238E27FC236}">
                  <a16:creationId xmlns:a16="http://schemas.microsoft.com/office/drawing/2014/main" id="{DD69FA5E-E174-B830-5B53-48B7D2A3C7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794696" y="8536095"/>
              <a:ext cx="720000" cy="1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5" name="Straight Connector 2204">
              <a:extLst>
                <a:ext uri="{FF2B5EF4-FFF2-40B4-BE49-F238E27FC236}">
                  <a16:creationId xmlns:a16="http://schemas.microsoft.com/office/drawing/2014/main" id="{1F4336E2-82CC-A423-068B-AE43072E12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794696" y="8961050"/>
              <a:ext cx="720000" cy="1"/>
            </a:xfrm>
            <a:prstGeom prst="line">
              <a:avLst/>
            </a:prstGeom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6" name="Elbow Connector 2205">
              <a:extLst>
                <a:ext uri="{FF2B5EF4-FFF2-40B4-BE49-F238E27FC236}">
                  <a16:creationId xmlns:a16="http://schemas.microsoft.com/office/drawing/2014/main" id="{32186793-F46D-98A0-19AD-8256837A9EEB}"/>
                </a:ext>
              </a:extLst>
            </p:cNvPr>
            <p:cNvCxnSpPr>
              <a:cxnSpLocks/>
            </p:cNvCxnSpPr>
            <p:nvPr/>
          </p:nvCxnSpPr>
          <p:spPr>
            <a:xfrm>
              <a:off x="2619730" y="2840178"/>
              <a:ext cx="29780958" cy="6468732"/>
            </a:xfrm>
            <a:prstGeom prst="bentConnector3">
              <a:avLst>
                <a:gd name="adj1" fmla="val 84355"/>
              </a:avLst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07" name="Straight Connector 2206">
              <a:extLst>
                <a:ext uri="{FF2B5EF4-FFF2-40B4-BE49-F238E27FC236}">
                  <a16:creationId xmlns:a16="http://schemas.microsoft.com/office/drawing/2014/main" id="{AA023C2B-42CA-B75C-605C-F4CE7FF0D495}"/>
                </a:ext>
              </a:extLst>
            </p:cNvPr>
            <p:cNvCxnSpPr>
              <a:cxnSpLocks/>
            </p:cNvCxnSpPr>
            <p:nvPr/>
          </p:nvCxnSpPr>
          <p:spPr>
            <a:xfrm>
              <a:off x="15668818" y="5160338"/>
              <a:ext cx="0" cy="8640000"/>
            </a:xfrm>
            <a:prstGeom prst="line">
              <a:avLst/>
            </a:prstGeom>
            <a:ln>
              <a:solidFill>
                <a:srgbClr val="0323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8" name="Straight Connector 2207">
              <a:extLst>
                <a:ext uri="{FF2B5EF4-FFF2-40B4-BE49-F238E27FC236}">
                  <a16:creationId xmlns:a16="http://schemas.microsoft.com/office/drawing/2014/main" id="{E018DF12-981F-A61B-5919-65EFFBF2A0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659601" y="13800338"/>
              <a:ext cx="11536753" cy="0"/>
            </a:xfrm>
            <a:prstGeom prst="line">
              <a:avLst/>
            </a:prstGeom>
            <a:ln>
              <a:solidFill>
                <a:srgbClr val="0323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9" name="Straight Connector 2208">
              <a:extLst>
                <a:ext uri="{FF2B5EF4-FFF2-40B4-BE49-F238E27FC236}">
                  <a16:creationId xmlns:a16="http://schemas.microsoft.com/office/drawing/2014/main" id="{52607FE9-B221-8F07-B608-C4D71BD78A18}"/>
                </a:ext>
              </a:extLst>
            </p:cNvPr>
            <p:cNvCxnSpPr>
              <a:cxnSpLocks/>
            </p:cNvCxnSpPr>
            <p:nvPr/>
          </p:nvCxnSpPr>
          <p:spPr>
            <a:xfrm>
              <a:off x="27189173" y="11463018"/>
              <a:ext cx="0" cy="2337320"/>
            </a:xfrm>
            <a:prstGeom prst="line">
              <a:avLst/>
            </a:prstGeom>
            <a:ln>
              <a:solidFill>
                <a:srgbClr val="0323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0" name="Straight Connector 2209">
              <a:extLst>
                <a:ext uri="{FF2B5EF4-FFF2-40B4-BE49-F238E27FC236}">
                  <a16:creationId xmlns:a16="http://schemas.microsoft.com/office/drawing/2014/main" id="{97C1D8CA-3E7C-A26B-F562-7F9880D16F0C}"/>
                </a:ext>
              </a:extLst>
            </p:cNvPr>
            <p:cNvCxnSpPr>
              <a:cxnSpLocks/>
            </p:cNvCxnSpPr>
            <p:nvPr/>
          </p:nvCxnSpPr>
          <p:spPr>
            <a:xfrm>
              <a:off x="25050423" y="8542357"/>
              <a:ext cx="2146579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1" name="Straight Connector 2210">
              <a:extLst>
                <a:ext uri="{FF2B5EF4-FFF2-40B4-BE49-F238E27FC236}">
                  <a16:creationId xmlns:a16="http://schemas.microsoft.com/office/drawing/2014/main" id="{648E719C-A728-D618-0C6C-8CBDC0B53418}"/>
                </a:ext>
              </a:extLst>
            </p:cNvPr>
            <p:cNvCxnSpPr>
              <a:cxnSpLocks/>
            </p:cNvCxnSpPr>
            <p:nvPr/>
          </p:nvCxnSpPr>
          <p:spPr>
            <a:xfrm>
              <a:off x="25035213" y="8968823"/>
              <a:ext cx="1571541" cy="0"/>
            </a:xfrm>
            <a:prstGeom prst="line">
              <a:avLst/>
            </a:prstGeom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2" name="Straight Connector 2211">
              <a:extLst>
                <a:ext uri="{FF2B5EF4-FFF2-40B4-BE49-F238E27FC236}">
                  <a16:creationId xmlns:a16="http://schemas.microsoft.com/office/drawing/2014/main" id="{460BF61B-73CB-3737-CD1E-F56FFA5032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186360" y="8537436"/>
              <a:ext cx="0" cy="120467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3" name="Straight Connector 2212">
              <a:extLst>
                <a:ext uri="{FF2B5EF4-FFF2-40B4-BE49-F238E27FC236}">
                  <a16:creationId xmlns:a16="http://schemas.microsoft.com/office/drawing/2014/main" id="{5D1E3C99-8172-9672-2DBF-54A6CF2F1699}"/>
                </a:ext>
              </a:extLst>
            </p:cNvPr>
            <p:cNvCxnSpPr>
              <a:cxnSpLocks/>
            </p:cNvCxnSpPr>
            <p:nvPr/>
          </p:nvCxnSpPr>
          <p:spPr>
            <a:xfrm>
              <a:off x="27178933" y="9737464"/>
              <a:ext cx="5220274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4" name="Straight Connector 2213">
              <a:extLst>
                <a:ext uri="{FF2B5EF4-FFF2-40B4-BE49-F238E27FC236}">
                  <a16:creationId xmlns:a16="http://schemas.microsoft.com/office/drawing/2014/main" id="{CD22C90B-4F49-4E02-8AC7-7E1E576E9B62}"/>
                </a:ext>
              </a:extLst>
            </p:cNvPr>
            <p:cNvCxnSpPr>
              <a:cxnSpLocks/>
            </p:cNvCxnSpPr>
            <p:nvPr/>
          </p:nvCxnSpPr>
          <p:spPr>
            <a:xfrm>
              <a:off x="26601188" y="8960708"/>
              <a:ext cx="0" cy="1204175"/>
            </a:xfrm>
            <a:prstGeom prst="line">
              <a:avLst/>
            </a:prstGeom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5" name="Straight Connector 2214">
              <a:extLst>
                <a:ext uri="{FF2B5EF4-FFF2-40B4-BE49-F238E27FC236}">
                  <a16:creationId xmlns:a16="http://schemas.microsoft.com/office/drawing/2014/main" id="{C867B849-A805-42B2-D747-4275A08E6D58}"/>
                </a:ext>
              </a:extLst>
            </p:cNvPr>
            <p:cNvCxnSpPr>
              <a:cxnSpLocks/>
            </p:cNvCxnSpPr>
            <p:nvPr/>
          </p:nvCxnSpPr>
          <p:spPr>
            <a:xfrm>
              <a:off x="26593331" y="10164883"/>
              <a:ext cx="5813625" cy="0"/>
            </a:xfrm>
            <a:prstGeom prst="line">
              <a:avLst/>
            </a:prstGeom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6" name="Straight Connector 2215">
              <a:extLst>
                <a:ext uri="{FF2B5EF4-FFF2-40B4-BE49-F238E27FC236}">
                  <a16:creationId xmlns:a16="http://schemas.microsoft.com/office/drawing/2014/main" id="{FCA1B7E9-29C7-D27B-B13C-09031D88D3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299550" y="12149181"/>
              <a:ext cx="720000" cy="1"/>
            </a:xfrm>
            <a:prstGeom prst="line">
              <a:avLst/>
            </a:prstGeom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7" name="Straight Connector 2216">
              <a:extLst>
                <a:ext uri="{FF2B5EF4-FFF2-40B4-BE49-F238E27FC236}">
                  <a16:creationId xmlns:a16="http://schemas.microsoft.com/office/drawing/2014/main" id="{03170FCB-8B76-6ACA-CCDC-9D67AEA98E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019550" y="10600242"/>
              <a:ext cx="0" cy="1557546"/>
            </a:xfrm>
            <a:prstGeom prst="line">
              <a:avLst/>
            </a:prstGeom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8" name="Straight Connector 2217">
              <a:extLst>
                <a:ext uri="{FF2B5EF4-FFF2-40B4-BE49-F238E27FC236}">
                  <a16:creationId xmlns:a16="http://schemas.microsoft.com/office/drawing/2014/main" id="{41D68AFC-FBC9-584C-C1B9-8A6AA40163D6}"/>
                </a:ext>
              </a:extLst>
            </p:cNvPr>
            <p:cNvCxnSpPr>
              <a:cxnSpLocks/>
            </p:cNvCxnSpPr>
            <p:nvPr/>
          </p:nvCxnSpPr>
          <p:spPr>
            <a:xfrm>
              <a:off x="26010025" y="10600241"/>
              <a:ext cx="6408000" cy="0"/>
            </a:xfrm>
            <a:prstGeom prst="line">
              <a:avLst/>
            </a:prstGeom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9" name="Straight Connector 2218">
              <a:extLst>
                <a:ext uri="{FF2B5EF4-FFF2-40B4-BE49-F238E27FC236}">
                  <a16:creationId xmlns:a16="http://schemas.microsoft.com/office/drawing/2014/main" id="{3064C9BA-688C-88EE-C646-BE7BD19890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524292" y="12582931"/>
              <a:ext cx="1080000" cy="1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0" name="Straight Connector 2219">
              <a:extLst>
                <a:ext uri="{FF2B5EF4-FFF2-40B4-BE49-F238E27FC236}">
                  <a16:creationId xmlns:a16="http://schemas.microsoft.com/office/drawing/2014/main" id="{7C562537-D270-53D5-05EB-40FB91320968}"/>
                </a:ext>
              </a:extLst>
            </p:cNvPr>
            <p:cNvCxnSpPr>
              <a:cxnSpLocks/>
            </p:cNvCxnSpPr>
            <p:nvPr/>
          </p:nvCxnSpPr>
          <p:spPr>
            <a:xfrm>
              <a:off x="26604292" y="11027660"/>
              <a:ext cx="0" cy="1563979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1" name="Straight Connector 2220">
              <a:extLst>
                <a:ext uri="{FF2B5EF4-FFF2-40B4-BE49-F238E27FC236}">
                  <a16:creationId xmlns:a16="http://schemas.microsoft.com/office/drawing/2014/main" id="{28EA42E5-6255-67CE-2EF0-B82C1744488D}"/>
                </a:ext>
              </a:extLst>
            </p:cNvPr>
            <p:cNvCxnSpPr>
              <a:cxnSpLocks/>
            </p:cNvCxnSpPr>
            <p:nvPr/>
          </p:nvCxnSpPr>
          <p:spPr>
            <a:xfrm>
              <a:off x="26594767" y="11025386"/>
              <a:ext cx="5812189" cy="0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22" name="Rectangle 2221">
              <a:extLst>
                <a:ext uri="{FF2B5EF4-FFF2-40B4-BE49-F238E27FC236}">
                  <a16:creationId xmlns:a16="http://schemas.microsoft.com/office/drawing/2014/main" id="{2DD61207-A8C3-C916-9173-F7701D7515AC}"/>
                </a:ext>
              </a:extLst>
            </p:cNvPr>
            <p:cNvSpPr/>
            <p:nvPr/>
          </p:nvSpPr>
          <p:spPr>
            <a:xfrm>
              <a:off x="32403600" y="9000011"/>
              <a:ext cx="3240000" cy="3240000"/>
            </a:xfrm>
            <a:prstGeom prst="rect">
              <a:avLst/>
            </a:prstGeom>
            <a:ln>
              <a:solidFill>
                <a:srgbClr val="032333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200" dirty="0"/>
                <a:t>FUSED ALIGNED OUTUPT</a:t>
              </a:r>
            </a:p>
          </p:txBody>
        </p:sp>
        <p:sp>
          <p:nvSpPr>
            <p:cNvPr id="2223" name="Oval 2222">
              <a:extLst>
                <a:ext uri="{FF2B5EF4-FFF2-40B4-BE49-F238E27FC236}">
                  <a16:creationId xmlns:a16="http://schemas.microsoft.com/office/drawing/2014/main" id="{C68EADEC-EDEC-3FDB-7A9A-322DB4EDD2E8}"/>
                </a:ext>
              </a:extLst>
            </p:cNvPr>
            <p:cNvSpPr/>
            <p:nvPr/>
          </p:nvSpPr>
          <p:spPr>
            <a:xfrm>
              <a:off x="15613361" y="5118576"/>
              <a:ext cx="108000" cy="108000"/>
            </a:xfrm>
            <a:prstGeom prst="ellipse">
              <a:avLst/>
            </a:prstGeom>
            <a:solidFill>
              <a:srgbClr val="042233"/>
            </a:solidFill>
            <a:ln>
              <a:solidFill>
                <a:srgbClr val="042233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24" name="Straight Connector 2223">
              <a:extLst>
                <a:ext uri="{FF2B5EF4-FFF2-40B4-BE49-F238E27FC236}">
                  <a16:creationId xmlns:a16="http://schemas.microsoft.com/office/drawing/2014/main" id="{C73EC676-8706-770D-4E13-54ED4FFF7A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492917" y="6552189"/>
              <a:ext cx="0" cy="7920000"/>
            </a:xfrm>
            <a:prstGeom prst="line">
              <a:avLst/>
            </a:prstGeom>
            <a:ln/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sp>
          <p:nvSpPr>
            <p:cNvPr id="2225" name="Oval 2224">
              <a:extLst>
                <a:ext uri="{FF2B5EF4-FFF2-40B4-BE49-F238E27FC236}">
                  <a16:creationId xmlns:a16="http://schemas.microsoft.com/office/drawing/2014/main" id="{7855070D-CE6F-25A0-ED2D-EA40679F43F2}"/>
                </a:ext>
              </a:extLst>
            </p:cNvPr>
            <p:cNvSpPr/>
            <p:nvPr/>
          </p:nvSpPr>
          <p:spPr>
            <a:xfrm>
              <a:off x="14438917" y="6498190"/>
              <a:ext cx="108000" cy="108000"/>
            </a:xfrm>
            <a:prstGeom prst="ellipse">
              <a:avLst/>
            </a:prstGeom>
            <a:solidFill>
              <a:srgbClr val="400B3B"/>
            </a:solidFill>
            <a:ln>
              <a:solidFill>
                <a:srgbClr val="400B3B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26" name="Straight Connector 2225">
              <a:extLst>
                <a:ext uri="{FF2B5EF4-FFF2-40B4-BE49-F238E27FC236}">
                  <a16:creationId xmlns:a16="http://schemas.microsoft.com/office/drawing/2014/main" id="{309D53D5-763A-8CBC-6AB5-99C9F31703CF}"/>
                </a:ext>
              </a:extLst>
            </p:cNvPr>
            <p:cNvCxnSpPr>
              <a:cxnSpLocks/>
            </p:cNvCxnSpPr>
            <p:nvPr/>
          </p:nvCxnSpPr>
          <p:spPr>
            <a:xfrm>
              <a:off x="14486709" y="14472189"/>
              <a:ext cx="13291033" cy="0"/>
            </a:xfrm>
            <a:prstGeom prst="line">
              <a:avLst/>
            </a:prstGeom>
            <a:ln/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2227" name="Straight Connector 2226">
              <a:extLst>
                <a:ext uri="{FF2B5EF4-FFF2-40B4-BE49-F238E27FC236}">
                  <a16:creationId xmlns:a16="http://schemas.microsoft.com/office/drawing/2014/main" id="{515B1B48-298C-A994-F277-FB965E2EAE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775973" y="11890233"/>
              <a:ext cx="0" cy="2589024"/>
            </a:xfrm>
            <a:prstGeom prst="line">
              <a:avLst/>
            </a:prstGeom>
            <a:ln/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2228" name="Straight Connector 2227">
              <a:extLst>
                <a:ext uri="{FF2B5EF4-FFF2-40B4-BE49-F238E27FC236}">
                  <a16:creationId xmlns:a16="http://schemas.microsoft.com/office/drawing/2014/main" id="{6D2C89A3-6570-3F8F-6E8C-074ACEA18A54}"/>
                </a:ext>
              </a:extLst>
            </p:cNvPr>
            <p:cNvCxnSpPr>
              <a:cxnSpLocks/>
            </p:cNvCxnSpPr>
            <p:nvPr/>
          </p:nvCxnSpPr>
          <p:spPr>
            <a:xfrm>
              <a:off x="27769023" y="11890233"/>
              <a:ext cx="4637933" cy="0"/>
            </a:xfrm>
            <a:prstGeom prst="line">
              <a:avLst/>
            </a:prstGeom>
            <a:ln/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sp>
          <p:nvSpPr>
            <p:cNvPr id="2232" name="TextBox 2231">
              <a:extLst>
                <a:ext uri="{FF2B5EF4-FFF2-40B4-BE49-F238E27FC236}">
                  <a16:creationId xmlns:a16="http://schemas.microsoft.com/office/drawing/2014/main" id="{FE85F886-E42E-592D-7AFA-3AEB6ECB5B07}"/>
                </a:ext>
              </a:extLst>
            </p:cNvPr>
            <p:cNvSpPr txBox="1"/>
            <p:nvPr/>
          </p:nvSpPr>
          <p:spPr>
            <a:xfrm>
              <a:off x="24434961" y="12040197"/>
              <a:ext cx="1399742" cy="21544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D86ECC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800" dirty="0"/>
                <a:t>DISPARITY_DATA_AT_PIXEL</a:t>
              </a:r>
            </a:p>
          </p:txBody>
        </p:sp>
        <p:sp>
          <p:nvSpPr>
            <p:cNvPr id="2233" name="TextBox 2232">
              <a:extLst>
                <a:ext uri="{FF2B5EF4-FFF2-40B4-BE49-F238E27FC236}">
                  <a16:creationId xmlns:a16="http://schemas.microsoft.com/office/drawing/2014/main" id="{C37E5367-ECD6-B069-CFA6-484A916B772A}"/>
                </a:ext>
              </a:extLst>
            </p:cNvPr>
            <p:cNvSpPr txBox="1"/>
            <p:nvPr/>
          </p:nvSpPr>
          <p:spPr>
            <a:xfrm>
              <a:off x="24434961" y="12469915"/>
              <a:ext cx="1492716" cy="21544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C1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800" dirty="0"/>
                <a:t>DISPARITY_PIXEL_METADATA</a:t>
              </a:r>
            </a:p>
          </p:txBody>
        </p:sp>
        <p:sp>
          <p:nvSpPr>
            <p:cNvPr id="2236" name="TextBox 2235">
              <a:extLst>
                <a:ext uri="{FF2B5EF4-FFF2-40B4-BE49-F238E27FC236}">
                  <a16:creationId xmlns:a16="http://schemas.microsoft.com/office/drawing/2014/main" id="{BC3221E4-DBAB-2943-B6D0-8BD02B163C46}"/>
                </a:ext>
              </a:extLst>
            </p:cNvPr>
            <p:cNvSpPr txBox="1"/>
            <p:nvPr/>
          </p:nvSpPr>
          <p:spPr>
            <a:xfrm>
              <a:off x="23958113" y="8425013"/>
              <a:ext cx="1556836" cy="21544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800" dirty="0"/>
                <a:t>CONFIDENCE_DATA_AT_PIXEL</a:t>
              </a:r>
            </a:p>
          </p:txBody>
        </p:sp>
        <p:sp>
          <p:nvSpPr>
            <p:cNvPr id="2237" name="TextBox 2236">
              <a:extLst>
                <a:ext uri="{FF2B5EF4-FFF2-40B4-BE49-F238E27FC236}">
                  <a16:creationId xmlns:a16="http://schemas.microsoft.com/office/drawing/2014/main" id="{C161021B-77F8-2616-2A1D-E201B8718D27}"/>
                </a:ext>
              </a:extLst>
            </p:cNvPr>
            <p:cNvSpPr txBox="1"/>
            <p:nvPr/>
          </p:nvSpPr>
          <p:spPr>
            <a:xfrm>
              <a:off x="23958113" y="8854731"/>
              <a:ext cx="1649811" cy="21544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4F14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800" dirty="0"/>
                <a:t>CONFIDENCE_PIXEL_METADATA</a:t>
              </a:r>
            </a:p>
          </p:txBody>
        </p:sp>
        <p:grpSp>
          <p:nvGrpSpPr>
            <p:cNvPr id="2803" name="Group 2802">
              <a:extLst>
                <a:ext uri="{FF2B5EF4-FFF2-40B4-BE49-F238E27FC236}">
                  <a16:creationId xmlns:a16="http://schemas.microsoft.com/office/drawing/2014/main" id="{13672AB8-1BA7-BA09-61A3-94B74E278F4F}"/>
                </a:ext>
              </a:extLst>
            </p:cNvPr>
            <p:cNvGrpSpPr/>
            <p:nvPr/>
          </p:nvGrpSpPr>
          <p:grpSpPr>
            <a:xfrm>
              <a:off x="30571200" y="9210458"/>
              <a:ext cx="1649977" cy="2790330"/>
              <a:chOff x="27691941" y="9210458"/>
              <a:chExt cx="1649977" cy="2790330"/>
            </a:xfrm>
          </p:grpSpPr>
          <p:sp>
            <p:nvSpPr>
              <p:cNvPr id="2229" name="TextBox 2228">
                <a:extLst>
                  <a:ext uri="{FF2B5EF4-FFF2-40B4-BE49-F238E27FC236}">
                    <a16:creationId xmlns:a16="http://schemas.microsoft.com/office/drawing/2014/main" id="{E457C98F-750D-033B-3468-130CFB7C07AA}"/>
                  </a:ext>
                </a:extLst>
              </p:cNvPr>
              <p:cNvSpPr txBox="1"/>
              <p:nvPr/>
            </p:nvSpPr>
            <p:spPr>
              <a:xfrm>
                <a:off x="28044768" y="11785344"/>
                <a:ext cx="1297150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00B3B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READ_DATA_FROM_RAM</a:t>
                </a:r>
              </a:p>
            </p:txBody>
          </p:sp>
          <p:sp>
            <p:nvSpPr>
              <p:cNvPr id="2230" name="TextBox 2229">
                <a:extLst>
                  <a:ext uri="{FF2B5EF4-FFF2-40B4-BE49-F238E27FC236}">
                    <a16:creationId xmlns:a16="http://schemas.microsoft.com/office/drawing/2014/main" id="{52A2CE31-3B50-EA29-BD69-08E49452C57F}"/>
                  </a:ext>
                </a:extLst>
              </p:cNvPr>
              <p:cNvSpPr txBox="1"/>
              <p:nvPr/>
            </p:nvSpPr>
            <p:spPr>
              <a:xfrm>
                <a:off x="27724167" y="11351466"/>
                <a:ext cx="1617751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42233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BANKS_5_TO_8_USER_MODULE</a:t>
                </a:r>
              </a:p>
            </p:txBody>
          </p:sp>
          <p:sp>
            <p:nvSpPr>
              <p:cNvPr id="2231" name="TextBox 2230">
                <a:extLst>
                  <a:ext uri="{FF2B5EF4-FFF2-40B4-BE49-F238E27FC236}">
                    <a16:creationId xmlns:a16="http://schemas.microsoft.com/office/drawing/2014/main" id="{54DE7A14-3447-2BAF-48C8-7375A407DF22}"/>
                  </a:ext>
                </a:extLst>
              </p:cNvPr>
              <p:cNvSpPr txBox="1"/>
              <p:nvPr/>
            </p:nvSpPr>
            <p:spPr>
              <a:xfrm>
                <a:off x="28831842" y="9210458"/>
                <a:ext cx="510076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CLOCK</a:t>
                </a:r>
              </a:p>
            </p:txBody>
          </p:sp>
          <p:sp>
            <p:nvSpPr>
              <p:cNvPr id="2234" name="TextBox 2233">
                <a:extLst>
                  <a:ext uri="{FF2B5EF4-FFF2-40B4-BE49-F238E27FC236}">
                    <a16:creationId xmlns:a16="http://schemas.microsoft.com/office/drawing/2014/main" id="{BE6E693B-DFAB-860C-E6F9-82824FEFC8BC}"/>
                  </a:ext>
                </a:extLst>
              </p:cNvPr>
              <p:cNvSpPr txBox="1"/>
              <p:nvPr/>
            </p:nvSpPr>
            <p:spPr>
              <a:xfrm>
                <a:off x="27942176" y="10493551"/>
                <a:ext cx="1399742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D86ECC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DISPARITY_DATA_AT_PIXEL</a:t>
                </a:r>
              </a:p>
            </p:txBody>
          </p:sp>
          <p:sp>
            <p:nvSpPr>
              <p:cNvPr id="2235" name="TextBox 2234">
                <a:extLst>
                  <a:ext uri="{FF2B5EF4-FFF2-40B4-BE49-F238E27FC236}">
                    <a16:creationId xmlns:a16="http://schemas.microsoft.com/office/drawing/2014/main" id="{B48BD8D7-8103-C51D-D23F-4080FC0FE2CB}"/>
                  </a:ext>
                </a:extLst>
              </p:cNvPr>
              <p:cNvSpPr txBox="1"/>
              <p:nvPr/>
            </p:nvSpPr>
            <p:spPr>
              <a:xfrm>
                <a:off x="27849202" y="10919933"/>
                <a:ext cx="1492716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FFC10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DISPARITY_PIXEL_METADATA</a:t>
                </a:r>
              </a:p>
            </p:txBody>
          </p:sp>
          <p:sp>
            <p:nvSpPr>
              <p:cNvPr id="2238" name="TextBox 2237">
                <a:extLst>
                  <a:ext uri="{FF2B5EF4-FFF2-40B4-BE49-F238E27FC236}">
                    <a16:creationId xmlns:a16="http://schemas.microsoft.com/office/drawing/2014/main" id="{225FB2B5-766B-7B0F-9C18-87C58AFD2ED0}"/>
                  </a:ext>
                </a:extLst>
              </p:cNvPr>
              <p:cNvSpPr txBox="1"/>
              <p:nvPr/>
            </p:nvSpPr>
            <p:spPr>
              <a:xfrm>
                <a:off x="27784916" y="9644336"/>
                <a:ext cx="1556836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CONFIDENCE_DATA_AT_PIXEL</a:t>
                </a:r>
              </a:p>
            </p:txBody>
          </p:sp>
          <p:sp>
            <p:nvSpPr>
              <p:cNvPr id="2239" name="TextBox 2238">
                <a:extLst>
                  <a:ext uri="{FF2B5EF4-FFF2-40B4-BE49-F238E27FC236}">
                    <a16:creationId xmlns:a16="http://schemas.microsoft.com/office/drawing/2014/main" id="{25A31A03-E1FE-256E-0D63-F66B584857E8}"/>
                  </a:ext>
                </a:extLst>
              </p:cNvPr>
              <p:cNvSpPr txBox="1"/>
              <p:nvPr/>
            </p:nvSpPr>
            <p:spPr>
              <a:xfrm>
                <a:off x="27691941" y="10067169"/>
                <a:ext cx="1649811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C04F14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CONFIDENCE_PIXEL_METADATA</a:t>
                </a:r>
              </a:p>
            </p:txBody>
          </p:sp>
        </p:grpSp>
        <p:sp>
          <p:nvSpPr>
            <p:cNvPr id="2243" name="Oval 2242">
              <a:extLst>
                <a:ext uri="{FF2B5EF4-FFF2-40B4-BE49-F238E27FC236}">
                  <a16:creationId xmlns:a16="http://schemas.microsoft.com/office/drawing/2014/main" id="{DA5EEB45-203A-F44B-52DA-4096FCDE164C}"/>
                </a:ext>
              </a:extLst>
            </p:cNvPr>
            <p:cNvSpPr/>
            <p:nvPr/>
          </p:nvSpPr>
          <p:spPr>
            <a:xfrm>
              <a:off x="3004180" y="11156511"/>
              <a:ext cx="108000" cy="10800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05" name="Straight Connector 2504">
              <a:extLst>
                <a:ext uri="{FF2B5EF4-FFF2-40B4-BE49-F238E27FC236}">
                  <a16:creationId xmlns:a16="http://schemas.microsoft.com/office/drawing/2014/main" id="{F8C809E2-40A3-5BBE-21A5-D42282E2EE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37090" y="18129666"/>
              <a:ext cx="0" cy="1821107"/>
            </a:xfrm>
            <a:prstGeom prst="line">
              <a:avLst/>
            </a:prstGeom>
            <a:ln/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2507" name="Straight Connector 2506">
              <a:extLst>
                <a:ext uri="{FF2B5EF4-FFF2-40B4-BE49-F238E27FC236}">
                  <a16:creationId xmlns:a16="http://schemas.microsoft.com/office/drawing/2014/main" id="{E7E3C2DE-71FA-DC67-DA38-BE291F720517}"/>
                </a:ext>
              </a:extLst>
            </p:cNvPr>
            <p:cNvCxnSpPr>
              <a:cxnSpLocks/>
            </p:cNvCxnSpPr>
            <p:nvPr/>
          </p:nvCxnSpPr>
          <p:spPr>
            <a:xfrm>
              <a:off x="8325909" y="19947337"/>
              <a:ext cx="13986000" cy="0"/>
            </a:xfrm>
            <a:prstGeom prst="line">
              <a:avLst/>
            </a:prstGeom>
            <a:ln/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2508" name="Straight Connector 2507">
              <a:extLst>
                <a:ext uri="{FF2B5EF4-FFF2-40B4-BE49-F238E27FC236}">
                  <a16:creationId xmlns:a16="http://schemas.microsoft.com/office/drawing/2014/main" id="{BCFDA492-F03B-99B9-DE8B-95FF3708D109}"/>
                </a:ext>
              </a:extLst>
            </p:cNvPr>
            <p:cNvCxnSpPr>
              <a:cxnSpLocks/>
            </p:cNvCxnSpPr>
            <p:nvPr/>
          </p:nvCxnSpPr>
          <p:spPr>
            <a:xfrm>
              <a:off x="20340297" y="17691355"/>
              <a:ext cx="8036583" cy="0"/>
            </a:xfrm>
            <a:prstGeom prst="line">
              <a:avLst/>
            </a:prstGeom>
            <a:ln/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2509" name="Straight Connector 2508">
              <a:extLst>
                <a:ext uri="{FF2B5EF4-FFF2-40B4-BE49-F238E27FC236}">
                  <a16:creationId xmlns:a16="http://schemas.microsoft.com/office/drawing/2014/main" id="{AE3F349D-E4B8-BB28-838B-75C01184DE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309360" y="17691355"/>
              <a:ext cx="0" cy="2264400"/>
            </a:xfrm>
            <a:prstGeom prst="line">
              <a:avLst/>
            </a:prstGeom>
            <a:ln/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sp>
          <p:nvSpPr>
            <p:cNvPr id="2510" name="TextBox 2509">
              <a:extLst>
                <a:ext uri="{FF2B5EF4-FFF2-40B4-BE49-F238E27FC236}">
                  <a16:creationId xmlns:a16="http://schemas.microsoft.com/office/drawing/2014/main" id="{FBDD86BB-0B53-0A3C-7A5A-20FA0A9A6448}"/>
                </a:ext>
              </a:extLst>
            </p:cNvPr>
            <p:cNvSpPr txBox="1"/>
            <p:nvPr/>
          </p:nvSpPr>
          <p:spPr>
            <a:xfrm>
              <a:off x="8771979" y="18031069"/>
              <a:ext cx="1297150" cy="21544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00B3B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800" dirty="0"/>
                <a:t>READ_DATA_FROM_RAM</a:t>
              </a:r>
            </a:p>
          </p:txBody>
        </p:sp>
        <p:sp>
          <p:nvSpPr>
            <p:cNvPr id="2511" name="TextBox 2510">
              <a:extLst>
                <a:ext uri="{FF2B5EF4-FFF2-40B4-BE49-F238E27FC236}">
                  <a16:creationId xmlns:a16="http://schemas.microsoft.com/office/drawing/2014/main" id="{56F44CDD-FA45-7D81-D226-0C9CE3E4F7B1}"/>
                </a:ext>
              </a:extLst>
            </p:cNvPr>
            <p:cNvSpPr txBox="1"/>
            <p:nvPr/>
          </p:nvSpPr>
          <p:spPr>
            <a:xfrm>
              <a:off x="20483488" y="17588392"/>
              <a:ext cx="1297150" cy="21544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00B3B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800" dirty="0"/>
                <a:t>READ_DATA_FROM_RAM</a:t>
              </a:r>
            </a:p>
          </p:txBody>
        </p:sp>
        <p:grpSp>
          <p:nvGrpSpPr>
            <p:cNvPr id="2692" name="Group 2691">
              <a:extLst>
                <a:ext uri="{FF2B5EF4-FFF2-40B4-BE49-F238E27FC236}">
                  <a16:creationId xmlns:a16="http://schemas.microsoft.com/office/drawing/2014/main" id="{6F674727-B564-8AEF-3CF1-0222DF3496FC}"/>
                </a:ext>
              </a:extLst>
            </p:cNvPr>
            <p:cNvGrpSpPr/>
            <p:nvPr/>
          </p:nvGrpSpPr>
          <p:grpSpPr>
            <a:xfrm>
              <a:off x="13024911" y="18879180"/>
              <a:ext cx="5832535" cy="3174410"/>
              <a:chOff x="11712878" y="6364252"/>
              <a:chExt cx="5832535" cy="3174410"/>
            </a:xfrm>
          </p:grpSpPr>
          <p:cxnSp>
            <p:nvCxnSpPr>
              <p:cNvPr id="2693" name="Straight Connector 2692">
                <a:extLst>
                  <a:ext uri="{FF2B5EF4-FFF2-40B4-BE49-F238E27FC236}">
                    <a16:creationId xmlns:a16="http://schemas.microsoft.com/office/drawing/2014/main" id="{A9C8189D-E9F0-6AFC-5F3D-0A1DA664B0B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712878" y="6472704"/>
                <a:ext cx="720000" cy="1"/>
              </a:xfrm>
              <a:prstGeom prst="line">
                <a:avLst/>
              </a:prstGeom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94" name="Straight Connector 2693">
                <a:extLst>
                  <a:ext uri="{FF2B5EF4-FFF2-40B4-BE49-F238E27FC236}">
                    <a16:creationId xmlns:a16="http://schemas.microsoft.com/office/drawing/2014/main" id="{BFB1F450-C140-71D7-7150-F3CDAC2F026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714184" y="6893297"/>
                <a:ext cx="720000" cy="1"/>
              </a:xfrm>
              <a:prstGeom prst="line">
                <a:avLst/>
              </a:prstGeom>
              <a:ln/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</p:cxnSp>
          <p:sp>
            <p:nvSpPr>
              <p:cNvPr id="2695" name="Rectangle 2694">
                <a:extLst>
                  <a:ext uri="{FF2B5EF4-FFF2-40B4-BE49-F238E27FC236}">
                    <a16:creationId xmlns:a16="http://schemas.microsoft.com/office/drawing/2014/main" id="{C847D717-2036-FD57-1373-3B426C5ECF72}"/>
                  </a:ext>
                </a:extLst>
              </p:cNvPr>
              <p:cNvSpPr/>
              <p:nvPr/>
            </p:nvSpPr>
            <p:spPr>
              <a:xfrm>
                <a:off x="16357413" y="8843009"/>
                <a:ext cx="1188000" cy="6956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REGISTER</a:t>
                </a:r>
              </a:p>
            </p:txBody>
          </p:sp>
          <p:cxnSp>
            <p:nvCxnSpPr>
              <p:cNvPr id="2696" name="Straight Connector 2695">
                <a:extLst>
                  <a:ext uri="{FF2B5EF4-FFF2-40B4-BE49-F238E27FC236}">
                    <a16:creationId xmlns:a16="http://schemas.microsoft.com/office/drawing/2014/main" id="{9A15DBBE-36F4-6C2F-A536-6228BC72D21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966795" y="6477069"/>
                <a:ext cx="1080000" cy="1"/>
              </a:xfrm>
              <a:prstGeom prst="line">
                <a:avLst/>
              </a:prstGeom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97" name="Straight Connector 2696">
                <a:extLst>
                  <a:ext uri="{FF2B5EF4-FFF2-40B4-BE49-F238E27FC236}">
                    <a16:creationId xmlns:a16="http://schemas.microsoft.com/office/drawing/2014/main" id="{07E11F14-F500-F64A-9C1F-490DC7BC5B4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960118" y="6899798"/>
                <a:ext cx="720000" cy="1"/>
              </a:xfrm>
              <a:prstGeom prst="line">
                <a:avLst/>
              </a:prstGeom>
              <a:ln/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</p:cxnSp>
          <p:cxnSp>
            <p:nvCxnSpPr>
              <p:cNvPr id="2698" name="Straight Connector 2697">
                <a:extLst>
                  <a:ext uri="{FF2B5EF4-FFF2-40B4-BE49-F238E27FC236}">
                    <a16:creationId xmlns:a16="http://schemas.microsoft.com/office/drawing/2014/main" id="{97865969-B22A-2C7D-56CC-F878BA273A4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3670879" y="6893297"/>
                <a:ext cx="0" cy="2520000"/>
              </a:xfrm>
              <a:prstGeom prst="line">
                <a:avLst/>
              </a:prstGeom>
              <a:ln/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</p:cxnSp>
          <p:cxnSp>
            <p:nvCxnSpPr>
              <p:cNvPr id="2699" name="Straight Connector 2698">
                <a:extLst>
                  <a:ext uri="{FF2B5EF4-FFF2-40B4-BE49-F238E27FC236}">
                    <a16:creationId xmlns:a16="http://schemas.microsoft.com/office/drawing/2014/main" id="{7E4DB481-E2E1-6C7D-9D1D-D0C4CA82DC3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038087" y="6472703"/>
                <a:ext cx="0" cy="2520000"/>
              </a:xfrm>
              <a:prstGeom prst="line">
                <a:avLst/>
              </a:prstGeom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00" name="Straight Connector 2699">
                <a:extLst>
                  <a:ext uri="{FF2B5EF4-FFF2-40B4-BE49-F238E27FC236}">
                    <a16:creationId xmlns:a16="http://schemas.microsoft.com/office/drawing/2014/main" id="{6A938525-A095-64E8-FF58-E6C3A31E27C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030349" y="8989446"/>
                <a:ext cx="2325932" cy="0"/>
              </a:xfrm>
              <a:prstGeom prst="line">
                <a:avLst/>
              </a:prstGeom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01" name="Straight Connector 2700">
                <a:extLst>
                  <a:ext uri="{FF2B5EF4-FFF2-40B4-BE49-F238E27FC236}">
                    <a16:creationId xmlns:a16="http://schemas.microsoft.com/office/drawing/2014/main" id="{0BCC0C9F-CD3B-FBAF-9D88-48607EBF065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661641" y="9405253"/>
                <a:ext cx="2700000" cy="1"/>
              </a:xfrm>
              <a:prstGeom prst="line">
                <a:avLst/>
              </a:prstGeom>
              <a:ln/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</p:cxnSp>
          <p:sp>
            <p:nvSpPr>
              <p:cNvPr id="2702" name="TextBox 2701">
                <a:extLst>
                  <a:ext uri="{FF2B5EF4-FFF2-40B4-BE49-F238E27FC236}">
                    <a16:creationId xmlns:a16="http://schemas.microsoft.com/office/drawing/2014/main" id="{8BA0A7BC-13FC-626F-77D8-25D482913821}"/>
                  </a:ext>
                </a:extLst>
              </p:cNvPr>
              <p:cNvSpPr txBox="1"/>
              <p:nvPr/>
            </p:nvSpPr>
            <p:spPr>
              <a:xfrm>
                <a:off x="11865452" y="6364252"/>
                <a:ext cx="1383712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3A3A3A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EPI_COLUMN_PIXEL_DATA</a:t>
                </a:r>
              </a:p>
            </p:txBody>
          </p:sp>
          <p:sp>
            <p:nvSpPr>
              <p:cNvPr id="2703" name="TextBox 2702">
                <a:extLst>
                  <a:ext uri="{FF2B5EF4-FFF2-40B4-BE49-F238E27FC236}">
                    <a16:creationId xmlns:a16="http://schemas.microsoft.com/office/drawing/2014/main" id="{7403AED1-0C88-EA1F-47CF-7FD7F1712354}"/>
                  </a:ext>
                </a:extLst>
              </p:cNvPr>
              <p:cNvSpPr txBox="1"/>
              <p:nvPr/>
            </p:nvSpPr>
            <p:spPr>
              <a:xfrm>
                <a:off x="11865452" y="6792270"/>
                <a:ext cx="1633781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24059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EPI_COLUMN_PIXEL_METADATA</a:t>
                </a:r>
              </a:p>
            </p:txBody>
          </p:sp>
          <p:sp>
            <p:nvSpPr>
              <p:cNvPr id="2704" name="TextBox 2703">
                <a:extLst>
                  <a:ext uri="{FF2B5EF4-FFF2-40B4-BE49-F238E27FC236}">
                    <a16:creationId xmlns:a16="http://schemas.microsoft.com/office/drawing/2014/main" id="{E30A8F48-3499-1F07-83F0-47BC5222C438}"/>
                  </a:ext>
                </a:extLst>
              </p:cNvPr>
              <p:cNvSpPr txBox="1"/>
              <p:nvPr/>
            </p:nvSpPr>
            <p:spPr>
              <a:xfrm>
                <a:off x="14862794" y="8884976"/>
                <a:ext cx="1383712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3A3A3A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EPI_COLUMN_PIXEL_DATA</a:t>
                </a:r>
              </a:p>
            </p:txBody>
          </p:sp>
          <p:sp>
            <p:nvSpPr>
              <p:cNvPr id="2705" name="TextBox 2704">
                <a:extLst>
                  <a:ext uri="{FF2B5EF4-FFF2-40B4-BE49-F238E27FC236}">
                    <a16:creationId xmlns:a16="http://schemas.microsoft.com/office/drawing/2014/main" id="{7900E514-C343-2230-2A1B-FE098B5F8478}"/>
                  </a:ext>
                </a:extLst>
              </p:cNvPr>
              <p:cNvSpPr txBox="1"/>
              <p:nvPr/>
            </p:nvSpPr>
            <p:spPr>
              <a:xfrm>
                <a:off x="14612725" y="9301351"/>
                <a:ext cx="1633781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24059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EPI_COLUMN_PIXEL_METADATA</a:t>
                </a:r>
              </a:p>
            </p:txBody>
          </p:sp>
        </p:grpSp>
        <p:grpSp>
          <p:nvGrpSpPr>
            <p:cNvPr id="2706" name="Group 2705">
              <a:extLst>
                <a:ext uri="{FF2B5EF4-FFF2-40B4-BE49-F238E27FC236}">
                  <a16:creationId xmlns:a16="http://schemas.microsoft.com/office/drawing/2014/main" id="{C524A231-1419-0957-5E36-0C5B7E12F802}"/>
                </a:ext>
              </a:extLst>
            </p:cNvPr>
            <p:cNvGrpSpPr/>
            <p:nvPr/>
          </p:nvGrpSpPr>
          <p:grpSpPr>
            <a:xfrm>
              <a:off x="18866448" y="20672778"/>
              <a:ext cx="5003185" cy="2160000"/>
              <a:chOff x="17554415" y="8157850"/>
              <a:chExt cx="5003185" cy="2160000"/>
            </a:xfrm>
          </p:grpSpPr>
          <p:sp>
            <p:nvSpPr>
              <p:cNvPr id="2707" name="Rectangle 2706">
                <a:extLst>
                  <a:ext uri="{FF2B5EF4-FFF2-40B4-BE49-F238E27FC236}">
                    <a16:creationId xmlns:a16="http://schemas.microsoft.com/office/drawing/2014/main" id="{2F465D66-585A-C95D-020F-A4F839331592}"/>
                  </a:ext>
                </a:extLst>
              </p:cNvPr>
              <p:cNvSpPr/>
              <p:nvPr/>
            </p:nvSpPr>
            <p:spPr>
              <a:xfrm>
                <a:off x="20397600" y="8157850"/>
                <a:ext cx="2160000" cy="2160000"/>
              </a:xfrm>
              <a:prstGeom prst="rect">
                <a:avLst/>
              </a:prstGeom>
              <a:ln>
                <a:solidFill>
                  <a:srgbClr val="032333"/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dirty="0"/>
                  <a:t>CONFIDENCE COMPUTER GREEN</a:t>
                </a:r>
              </a:p>
            </p:txBody>
          </p:sp>
          <p:cxnSp>
            <p:nvCxnSpPr>
              <p:cNvPr id="2708" name="Straight Connector 2707">
                <a:extLst>
                  <a:ext uri="{FF2B5EF4-FFF2-40B4-BE49-F238E27FC236}">
                    <a16:creationId xmlns:a16="http://schemas.microsoft.com/office/drawing/2014/main" id="{B67419D9-5C68-F315-F091-7819C8BC94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554415" y="9409074"/>
                <a:ext cx="2838156" cy="0"/>
              </a:xfrm>
              <a:prstGeom prst="line">
                <a:avLst/>
              </a:prstGeom>
              <a:ln/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</p:cxnSp>
          <p:sp>
            <p:nvSpPr>
              <p:cNvPr id="2709" name="TextBox 2708">
                <a:extLst>
                  <a:ext uri="{FF2B5EF4-FFF2-40B4-BE49-F238E27FC236}">
                    <a16:creationId xmlns:a16="http://schemas.microsoft.com/office/drawing/2014/main" id="{20251513-5EFF-84B6-684D-6B1147FDCB17}"/>
                  </a:ext>
                </a:extLst>
              </p:cNvPr>
              <p:cNvSpPr txBox="1"/>
              <p:nvPr/>
            </p:nvSpPr>
            <p:spPr>
              <a:xfrm>
                <a:off x="18620634" y="9301351"/>
                <a:ext cx="1633781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24059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EPI_COLUMN_PIXEL_METADATA</a:t>
                </a:r>
              </a:p>
            </p:txBody>
          </p:sp>
          <p:cxnSp>
            <p:nvCxnSpPr>
              <p:cNvPr id="2710" name="Straight Connector 2709">
                <a:extLst>
                  <a:ext uri="{FF2B5EF4-FFF2-40B4-BE49-F238E27FC236}">
                    <a16:creationId xmlns:a16="http://schemas.microsoft.com/office/drawing/2014/main" id="{FE60D112-9668-4443-ABD1-A7C2F858608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554415" y="8992698"/>
                <a:ext cx="2838156" cy="0"/>
              </a:xfrm>
              <a:prstGeom prst="line">
                <a:avLst/>
              </a:prstGeom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11" name="TextBox 2710">
                <a:extLst>
                  <a:ext uri="{FF2B5EF4-FFF2-40B4-BE49-F238E27FC236}">
                    <a16:creationId xmlns:a16="http://schemas.microsoft.com/office/drawing/2014/main" id="{4DBE0571-814F-6DC1-D968-C34380480547}"/>
                  </a:ext>
                </a:extLst>
              </p:cNvPr>
              <p:cNvSpPr txBox="1"/>
              <p:nvPr/>
            </p:nvSpPr>
            <p:spPr>
              <a:xfrm>
                <a:off x="18870703" y="8884976"/>
                <a:ext cx="1383712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3A3A3A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EPI_COLUMN_PIXEL_DATA</a:t>
                </a:r>
              </a:p>
            </p:txBody>
          </p:sp>
          <p:sp>
            <p:nvSpPr>
              <p:cNvPr id="2712" name="TextBox 2711">
                <a:extLst>
                  <a:ext uri="{FF2B5EF4-FFF2-40B4-BE49-F238E27FC236}">
                    <a16:creationId xmlns:a16="http://schemas.microsoft.com/office/drawing/2014/main" id="{79650E93-F3BF-E522-9B22-074B112F77D0}"/>
                  </a:ext>
                </a:extLst>
              </p:cNvPr>
              <p:cNvSpPr txBox="1"/>
              <p:nvPr/>
            </p:nvSpPr>
            <p:spPr>
              <a:xfrm>
                <a:off x="19771041" y="8456561"/>
                <a:ext cx="510076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CLOCK</a:t>
                </a:r>
              </a:p>
            </p:txBody>
          </p:sp>
        </p:grpSp>
        <p:grpSp>
          <p:nvGrpSpPr>
            <p:cNvPr id="2713" name="Group 2712">
              <a:extLst>
                <a:ext uri="{FF2B5EF4-FFF2-40B4-BE49-F238E27FC236}">
                  <a16:creationId xmlns:a16="http://schemas.microsoft.com/office/drawing/2014/main" id="{8527A28A-1D02-DAA3-969C-8143E7587BC8}"/>
                </a:ext>
              </a:extLst>
            </p:cNvPr>
            <p:cNvGrpSpPr/>
            <p:nvPr/>
          </p:nvGrpSpPr>
          <p:grpSpPr>
            <a:xfrm>
              <a:off x="19110134" y="20985916"/>
              <a:ext cx="7106756" cy="5589875"/>
              <a:chOff x="17798101" y="8470988"/>
              <a:chExt cx="7106756" cy="5589875"/>
            </a:xfrm>
          </p:grpSpPr>
          <p:cxnSp>
            <p:nvCxnSpPr>
              <p:cNvPr id="2714" name="Straight Connector 2713">
                <a:extLst>
                  <a:ext uri="{FF2B5EF4-FFF2-40B4-BE49-F238E27FC236}">
                    <a16:creationId xmlns:a16="http://schemas.microsoft.com/office/drawing/2014/main" id="{A170FE63-1D77-B932-8A7F-25176A1D5AB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850930" y="9407387"/>
                <a:ext cx="0" cy="3632161"/>
              </a:xfrm>
              <a:prstGeom prst="line">
                <a:avLst/>
              </a:prstGeom>
              <a:ln/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</p:cxnSp>
          <p:cxnSp>
            <p:nvCxnSpPr>
              <p:cNvPr id="2715" name="Straight Connector 2714">
                <a:extLst>
                  <a:ext uri="{FF2B5EF4-FFF2-40B4-BE49-F238E27FC236}">
                    <a16:creationId xmlns:a16="http://schemas.microsoft.com/office/drawing/2014/main" id="{97B77738-EB5A-6C62-0E22-BA7F5FE101D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210930" y="8994697"/>
                <a:ext cx="0" cy="3602948"/>
              </a:xfrm>
              <a:prstGeom prst="line">
                <a:avLst/>
              </a:prstGeom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16" name="Straight Connector 2715">
                <a:extLst>
                  <a:ext uri="{FF2B5EF4-FFF2-40B4-BE49-F238E27FC236}">
                    <a16:creationId xmlns:a16="http://schemas.microsoft.com/office/drawing/2014/main" id="{8CC02F4A-75F8-69D6-B6AF-207468A8FF5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558693" y="8570585"/>
                <a:ext cx="720000" cy="1"/>
              </a:xfrm>
              <a:prstGeom prst="line">
                <a:avLst/>
              </a:prstGeom>
              <a:ln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</p:cxnSp>
          <p:cxnSp>
            <p:nvCxnSpPr>
              <p:cNvPr id="2717" name="Straight Connector 2716">
                <a:extLst>
                  <a:ext uri="{FF2B5EF4-FFF2-40B4-BE49-F238E27FC236}">
                    <a16:creationId xmlns:a16="http://schemas.microsoft.com/office/drawing/2014/main" id="{08ECF381-0ABF-12AB-7099-A9ED1D57F1C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557613" y="9002565"/>
                <a:ext cx="720000" cy="1"/>
              </a:xfrm>
              <a:prstGeom prst="line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cxnSp>
            <p:nvCxnSpPr>
              <p:cNvPr id="2718" name="Straight Connector 2717">
                <a:extLst>
                  <a:ext uri="{FF2B5EF4-FFF2-40B4-BE49-F238E27FC236}">
                    <a16:creationId xmlns:a16="http://schemas.microsoft.com/office/drawing/2014/main" id="{B6B1F931-D065-F64A-91BD-0148894B1E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199619" y="12588511"/>
                <a:ext cx="2686048" cy="0"/>
              </a:xfrm>
              <a:prstGeom prst="line">
                <a:avLst/>
              </a:prstGeom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19" name="Straight Connector 2718">
                <a:extLst>
                  <a:ext uri="{FF2B5EF4-FFF2-40B4-BE49-F238E27FC236}">
                    <a16:creationId xmlns:a16="http://schemas.microsoft.com/office/drawing/2014/main" id="{AA5E67CE-9CAF-0911-0B34-9B2FD582B7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839298" y="13034911"/>
                <a:ext cx="3046369" cy="0"/>
              </a:xfrm>
              <a:prstGeom prst="line">
                <a:avLst/>
              </a:prstGeom>
              <a:ln/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</p:cxnSp>
          <p:cxnSp>
            <p:nvCxnSpPr>
              <p:cNvPr id="2720" name="Straight Connector 2719">
                <a:extLst>
                  <a:ext uri="{FF2B5EF4-FFF2-40B4-BE49-F238E27FC236}">
                    <a16:creationId xmlns:a16="http://schemas.microsoft.com/office/drawing/2014/main" id="{926B8F6D-3740-E358-D1C5-F876AE6B950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815667" y="8574817"/>
                <a:ext cx="1080000" cy="1"/>
              </a:xfrm>
              <a:prstGeom prst="line">
                <a:avLst/>
              </a:prstGeom>
              <a:ln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</p:cxnSp>
          <p:cxnSp>
            <p:nvCxnSpPr>
              <p:cNvPr id="2721" name="Straight Connector 2720">
                <a:extLst>
                  <a:ext uri="{FF2B5EF4-FFF2-40B4-BE49-F238E27FC236}">
                    <a16:creationId xmlns:a16="http://schemas.microsoft.com/office/drawing/2014/main" id="{A5C2AA0B-08A0-329D-4E50-6744D8E19E7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820769" y="9006798"/>
                <a:ext cx="720000" cy="1"/>
              </a:xfrm>
              <a:prstGeom prst="line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cxnSp>
            <p:nvCxnSpPr>
              <p:cNvPr id="2722" name="Straight Connector 2721">
                <a:extLst>
                  <a:ext uri="{FF2B5EF4-FFF2-40B4-BE49-F238E27FC236}">
                    <a16:creationId xmlns:a16="http://schemas.microsoft.com/office/drawing/2014/main" id="{F0595C08-E837-335A-029D-1F52C3CA71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540769" y="8998907"/>
                <a:ext cx="0" cy="1800000"/>
              </a:xfrm>
              <a:prstGeom prst="line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cxnSp>
            <p:nvCxnSpPr>
              <p:cNvPr id="2723" name="Straight Connector 2722">
                <a:extLst>
                  <a:ext uri="{FF2B5EF4-FFF2-40B4-BE49-F238E27FC236}">
                    <a16:creationId xmlns:a16="http://schemas.microsoft.com/office/drawing/2014/main" id="{DBCE8382-3FC1-5113-7531-E339555F349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895667" y="8565614"/>
                <a:ext cx="0" cy="2520000"/>
              </a:xfrm>
              <a:prstGeom prst="line">
                <a:avLst/>
              </a:prstGeom>
              <a:ln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</p:cxnSp>
          <p:cxnSp>
            <p:nvCxnSpPr>
              <p:cNvPr id="2724" name="Straight Connector 2723">
                <a:extLst>
                  <a:ext uri="{FF2B5EF4-FFF2-40B4-BE49-F238E27FC236}">
                    <a16:creationId xmlns:a16="http://schemas.microsoft.com/office/drawing/2014/main" id="{161A2E80-1F10-B4C0-F467-06BFC54806C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929074" y="10798907"/>
                <a:ext cx="5620885" cy="0"/>
              </a:xfrm>
              <a:prstGeom prst="line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cxnSp>
            <p:nvCxnSpPr>
              <p:cNvPr id="2725" name="Straight Connector 2724">
                <a:extLst>
                  <a:ext uri="{FF2B5EF4-FFF2-40B4-BE49-F238E27FC236}">
                    <a16:creationId xmlns:a16="http://schemas.microsoft.com/office/drawing/2014/main" id="{63435700-1326-31F1-7A4B-EA5D15A73A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566296" y="11078715"/>
                <a:ext cx="6338561" cy="0"/>
              </a:xfrm>
              <a:prstGeom prst="line">
                <a:avLst/>
              </a:prstGeom>
              <a:ln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</p:cxnSp>
          <p:cxnSp>
            <p:nvCxnSpPr>
              <p:cNvPr id="2726" name="Straight Connector 2725">
                <a:extLst>
                  <a:ext uri="{FF2B5EF4-FFF2-40B4-BE49-F238E27FC236}">
                    <a16:creationId xmlns:a16="http://schemas.microsoft.com/office/drawing/2014/main" id="{DF4E7892-BE08-409E-079E-D320B28DBF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937911" y="10798907"/>
                <a:ext cx="0" cy="2689200"/>
              </a:xfrm>
              <a:prstGeom prst="line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cxnSp>
            <p:nvCxnSpPr>
              <p:cNvPr id="2727" name="Straight Connector 2726">
                <a:extLst>
                  <a:ext uri="{FF2B5EF4-FFF2-40B4-BE49-F238E27FC236}">
                    <a16:creationId xmlns:a16="http://schemas.microsoft.com/office/drawing/2014/main" id="{9B3A2E50-5BF5-6C79-0BEC-4D6B291BA6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929074" y="13477822"/>
                <a:ext cx="1960918" cy="0"/>
              </a:xfrm>
              <a:prstGeom prst="line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cxnSp>
            <p:nvCxnSpPr>
              <p:cNvPr id="2728" name="Straight Connector 2727">
                <a:extLst>
                  <a:ext uri="{FF2B5EF4-FFF2-40B4-BE49-F238E27FC236}">
                    <a16:creationId xmlns:a16="http://schemas.microsoft.com/office/drawing/2014/main" id="{0B93F431-ADC3-8571-D8D0-9F44C3D33CA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574570" y="11078715"/>
                <a:ext cx="0" cy="2862000"/>
              </a:xfrm>
              <a:prstGeom prst="line">
                <a:avLst/>
              </a:prstGeom>
              <a:ln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</p:cxnSp>
          <p:cxnSp>
            <p:nvCxnSpPr>
              <p:cNvPr id="2729" name="Straight Connector 2728">
                <a:extLst>
                  <a:ext uri="{FF2B5EF4-FFF2-40B4-BE49-F238E27FC236}">
                    <a16:creationId xmlns:a16="http://schemas.microsoft.com/office/drawing/2014/main" id="{0F262590-1910-EBB3-BA6E-DDFDC22BF76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566296" y="13931018"/>
                <a:ext cx="2323696" cy="1915"/>
              </a:xfrm>
              <a:prstGeom prst="line">
                <a:avLst/>
              </a:prstGeom>
              <a:ln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</p:cxnSp>
          <p:sp>
            <p:nvSpPr>
              <p:cNvPr id="2730" name="Oval 2729">
                <a:extLst>
                  <a:ext uri="{FF2B5EF4-FFF2-40B4-BE49-F238E27FC236}">
                    <a16:creationId xmlns:a16="http://schemas.microsoft.com/office/drawing/2014/main" id="{45C93B0F-5B25-C481-0221-4B0AD260D00E}"/>
                  </a:ext>
                </a:extLst>
              </p:cNvPr>
              <p:cNvSpPr/>
              <p:nvPr/>
            </p:nvSpPr>
            <p:spPr>
              <a:xfrm>
                <a:off x="17798101" y="9349635"/>
                <a:ext cx="108000" cy="108000"/>
              </a:xfrm>
              <a:prstGeom prst="ellipse">
                <a:avLst/>
              </a:prstGeom>
              <a:solidFill>
                <a:srgbClr val="024059"/>
              </a:solidFill>
              <a:ln>
                <a:solidFill>
                  <a:srgbClr val="024059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731" name="Oval 2730">
                <a:extLst>
                  <a:ext uri="{FF2B5EF4-FFF2-40B4-BE49-F238E27FC236}">
                    <a16:creationId xmlns:a16="http://schemas.microsoft.com/office/drawing/2014/main" id="{8066F0DC-BEB6-FA0E-4D7D-A81FCBFD850C}"/>
                  </a:ext>
                </a:extLst>
              </p:cNvPr>
              <p:cNvSpPr/>
              <p:nvPr/>
            </p:nvSpPr>
            <p:spPr>
              <a:xfrm>
                <a:off x="18154042" y="8950272"/>
                <a:ext cx="108000" cy="108000"/>
              </a:xfrm>
              <a:prstGeom prst="ellipse">
                <a:avLst/>
              </a:prstGeom>
              <a:solidFill>
                <a:srgbClr val="3A3A3A"/>
              </a:solidFill>
              <a:ln>
                <a:solidFill>
                  <a:srgbClr val="323232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732" name="TextBox 2731">
                <a:extLst>
                  <a:ext uri="{FF2B5EF4-FFF2-40B4-BE49-F238E27FC236}">
                    <a16:creationId xmlns:a16="http://schemas.microsoft.com/office/drawing/2014/main" id="{B74331EB-EE51-EA7D-0F42-A928BA467C7E}"/>
                  </a:ext>
                </a:extLst>
              </p:cNvPr>
              <p:cNvSpPr txBox="1"/>
              <p:nvPr/>
            </p:nvSpPr>
            <p:spPr>
              <a:xfrm>
                <a:off x="22719600" y="8470988"/>
                <a:ext cx="1473480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52808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/>
                  <a:t>DERIVATIVE_COLUMN_DATA</a:t>
                </a:r>
              </a:p>
            </p:txBody>
          </p:sp>
          <p:sp>
            <p:nvSpPr>
              <p:cNvPr id="2733" name="TextBox 2732">
                <a:extLst>
                  <a:ext uri="{FF2B5EF4-FFF2-40B4-BE49-F238E27FC236}">
                    <a16:creationId xmlns:a16="http://schemas.microsoft.com/office/drawing/2014/main" id="{748C1802-60C8-C96B-728D-91A6D3B492CC}"/>
                  </a:ext>
                </a:extLst>
              </p:cNvPr>
              <p:cNvSpPr txBox="1"/>
              <p:nvPr/>
            </p:nvSpPr>
            <p:spPr>
              <a:xfrm>
                <a:off x="22719600" y="8896550"/>
                <a:ext cx="1723549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00B3B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/>
                  <a:t>DERIVATIVE_COLUMN_METADATA</a:t>
                </a:r>
              </a:p>
            </p:txBody>
          </p:sp>
          <p:sp>
            <p:nvSpPr>
              <p:cNvPr id="2734" name="TextBox 2733">
                <a:extLst>
                  <a:ext uri="{FF2B5EF4-FFF2-40B4-BE49-F238E27FC236}">
                    <a16:creationId xmlns:a16="http://schemas.microsoft.com/office/drawing/2014/main" id="{CFA446C6-F07B-1F48-F6C4-77F922138E23}"/>
                  </a:ext>
                </a:extLst>
              </p:cNvPr>
              <p:cNvSpPr txBox="1"/>
              <p:nvPr/>
            </p:nvSpPr>
            <p:spPr>
              <a:xfrm>
                <a:off x="19276069" y="13825211"/>
                <a:ext cx="1473480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52808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/>
                  <a:t>DERIVATIVE_COLUMN_DATA</a:t>
                </a:r>
              </a:p>
            </p:txBody>
          </p:sp>
          <p:sp>
            <p:nvSpPr>
              <p:cNvPr id="2735" name="TextBox 2734">
                <a:extLst>
                  <a:ext uri="{FF2B5EF4-FFF2-40B4-BE49-F238E27FC236}">
                    <a16:creationId xmlns:a16="http://schemas.microsoft.com/office/drawing/2014/main" id="{E6685FC9-0AA6-30C8-FBBE-AE49D752EF22}"/>
                  </a:ext>
                </a:extLst>
              </p:cNvPr>
              <p:cNvSpPr txBox="1"/>
              <p:nvPr/>
            </p:nvSpPr>
            <p:spPr>
              <a:xfrm>
                <a:off x="19026000" y="13372274"/>
                <a:ext cx="1723549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00B3B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/>
                  <a:t>DERIVATIVE_COLUMN_METADATA</a:t>
                </a:r>
              </a:p>
            </p:txBody>
          </p:sp>
          <p:sp>
            <p:nvSpPr>
              <p:cNvPr id="2736" name="TextBox 2735">
                <a:extLst>
                  <a:ext uri="{FF2B5EF4-FFF2-40B4-BE49-F238E27FC236}">
                    <a16:creationId xmlns:a16="http://schemas.microsoft.com/office/drawing/2014/main" id="{D32D4BE7-B6F8-CCF1-E40B-68F8E596AB66}"/>
                  </a:ext>
                </a:extLst>
              </p:cNvPr>
              <p:cNvSpPr txBox="1"/>
              <p:nvPr/>
            </p:nvSpPr>
            <p:spPr>
              <a:xfrm>
                <a:off x="19115768" y="12926135"/>
                <a:ext cx="1633781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24059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/>
                  <a:t>EPI_COLUMN_PIXEL_METADATA</a:t>
                </a:r>
              </a:p>
            </p:txBody>
          </p:sp>
          <p:sp>
            <p:nvSpPr>
              <p:cNvPr id="2737" name="TextBox 2736">
                <a:extLst>
                  <a:ext uri="{FF2B5EF4-FFF2-40B4-BE49-F238E27FC236}">
                    <a16:creationId xmlns:a16="http://schemas.microsoft.com/office/drawing/2014/main" id="{43F748CA-08E0-949D-C663-06DEAF6A17A7}"/>
                  </a:ext>
                </a:extLst>
              </p:cNvPr>
              <p:cNvSpPr txBox="1"/>
              <p:nvPr/>
            </p:nvSpPr>
            <p:spPr>
              <a:xfrm>
                <a:off x="19365837" y="12482568"/>
                <a:ext cx="1383712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3A3A3A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/>
                  <a:t>EPI_COLUMN_PIXEL_DATA</a:t>
                </a:r>
              </a:p>
            </p:txBody>
          </p:sp>
          <p:sp>
            <p:nvSpPr>
              <p:cNvPr id="2738" name="TextBox 2737">
                <a:extLst>
                  <a:ext uri="{FF2B5EF4-FFF2-40B4-BE49-F238E27FC236}">
                    <a16:creationId xmlns:a16="http://schemas.microsoft.com/office/drawing/2014/main" id="{1EB7AB8D-2F26-E906-89A4-4E7D2FD50E37}"/>
                  </a:ext>
                </a:extLst>
              </p:cNvPr>
              <p:cNvSpPr txBox="1"/>
              <p:nvPr/>
            </p:nvSpPr>
            <p:spPr>
              <a:xfrm>
                <a:off x="20221382" y="12040989"/>
                <a:ext cx="510076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/>
                  <a:t>CLOCK</a:t>
                </a:r>
              </a:p>
            </p:txBody>
          </p:sp>
          <p:sp>
            <p:nvSpPr>
              <p:cNvPr id="2739" name="Rectangle 2738">
                <a:extLst>
                  <a:ext uri="{FF2B5EF4-FFF2-40B4-BE49-F238E27FC236}">
                    <a16:creationId xmlns:a16="http://schemas.microsoft.com/office/drawing/2014/main" id="{B48DFC68-5577-A9BC-35B2-662C2902BEAD}"/>
                  </a:ext>
                </a:extLst>
              </p:cNvPr>
              <p:cNvSpPr/>
              <p:nvPr/>
            </p:nvSpPr>
            <p:spPr>
              <a:xfrm>
                <a:off x="20890800" y="11900863"/>
                <a:ext cx="2160000" cy="2160000"/>
              </a:xfrm>
              <a:prstGeom prst="rect">
                <a:avLst/>
              </a:prstGeom>
              <a:ln>
                <a:solidFill>
                  <a:srgbClr val="032333"/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dirty="0"/>
                  <a:t>DISPARITY ESTIMATOR GREEN</a:t>
                </a:r>
              </a:p>
            </p:txBody>
          </p:sp>
        </p:grpSp>
        <p:grpSp>
          <p:nvGrpSpPr>
            <p:cNvPr id="2740" name="Group 2739">
              <a:extLst>
                <a:ext uri="{FF2B5EF4-FFF2-40B4-BE49-F238E27FC236}">
                  <a16:creationId xmlns:a16="http://schemas.microsoft.com/office/drawing/2014/main" id="{6ACFAF76-51B8-8838-B2DC-79D416F9A6E6}"/>
                </a:ext>
              </a:extLst>
            </p:cNvPr>
            <p:cNvGrpSpPr/>
            <p:nvPr/>
          </p:nvGrpSpPr>
          <p:grpSpPr>
            <a:xfrm>
              <a:off x="3055172" y="15000163"/>
              <a:ext cx="35280410" cy="3881319"/>
              <a:chOff x="1741269" y="2443900"/>
              <a:chExt cx="35280410" cy="3881319"/>
            </a:xfrm>
          </p:grpSpPr>
          <p:cxnSp>
            <p:nvCxnSpPr>
              <p:cNvPr id="2741" name="Straight Connector 2740">
                <a:extLst>
                  <a:ext uri="{FF2B5EF4-FFF2-40B4-BE49-F238E27FC236}">
                    <a16:creationId xmlns:a16="http://schemas.microsoft.com/office/drawing/2014/main" id="{38454047-D3A1-05F4-FF6E-ACAC6A0A95A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726152" y="5194104"/>
                <a:ext cx="720000" cy="1"/>
              </a:xfrm>
              <a:prstGeom prst="line">
                <a:avLst/>
              </a:prstGeom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42" name="Straight Connector 2741">
                <a:extLst>
                  <a:ext uri="{FF2B5EF4-FFF2-40B4-BE49-F238E27FC236}">
                    <a16:creationId xmlns:a16="http://schemas.microsoft.com/office/drawing/2014/main" id="{1C982408-174E-648D-15F3-00D1D132A1D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726152" y="4774529"/>
                <a:ext cx="720000" cy="1"/>
              </a:xfrm>
              <a:prstGeom prst="line">
                <a:avLst/>
              </a:prstGeom>
              <a:ln/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2743" name="Straight Connector 2742">
                <a:extLst>
                  <a:ext uri="{FF2B5EF4-FFF2-40B4-BE49-F238E27FC236}">
                    <a16:creationId xmlns:a16="http://schemas.microsoft.com/office/drawing/2014/main" id="{A14C5CC8-6EF0-FBED-485D-6DBE8A964E1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726152" y="5621523"/>
                <a:ext cx="720000" cy="1"/>
              </a:xfrm>
              <a:prstGeom prst="line">
                <a:avLst/>
              </a:prstGeom>
              <a:ln/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</p:cxnSp>
          <p:cxnSp>
            <p:nvCxnSpPr>
              <p:cNvPr id="2744" name="Straight Connector 2743">
                <a:extLst>
                  <a:ext uri="{FF2B5EF4-FFF2-40B4-BE49-F238E27FC236}">
                    <a16:creationId xmlns:a16="http://schemas.microsoft.com/office/drawing/2014/main" id="{6A944CA3-32AF-F862-0BFE-C8F6E99408D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726152" y="6056882"/>
                <a:ext cx="720000" cy="1"/>
              </a:xfrm>
              <a:prstGeom prst="line">
                <a:avLst/>
              </a:prstGeom>
              <a:ln>
                <a:solidFill>
                  <a:srgbClr val="03233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45" name="Straight Connector 2744">
                <a:extLst>
                  <a:ext uri="{FF2B5EF4-FFF2-40B4-BE49-F238E27FC236}">
                    <a16:creationId xmlns:a16="http://schemas.microsoft.com/office/drawing/2014/main" id="{0A13CBF2-5BFB-F536-1EA9-65098030042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635548" y="4774530"/>
                <a:ext cx="4270004" cy="624"/>
              </a:xfrm>
              <a:prstGeom prst="line">
                <a:avLst/>
              </a:prstGeom>
              <a:ln/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2746" name="Straight Connector 2745">
                <a:extLst>
                  <a:ext uri="{FF2B5EF4-FFF2-40B4-BE49-F238E27FC236}">
                    <a16:creationId xmlns:a16="http://schemas.microsoft.com/office/drawing/2014/main" id="{8D3A7438-8E59-C045-9B30-E995D4BA545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956167" y="5175435"/>
                <a:ext cx="3949383" cy="18670"/>
              </a:xfrm>
              <a:prstGeom prst="line">
                <a:avLst/>
              </a:prstGeom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47" name="Straight Connector 2746">
                <a:extLst>
                  <a:ext uri="{FF2B5EF4-FFF2-40B4-BE49-F238E27FC236}">
                    <a16:creationId xmlns:a16="http://schemas.microsoft.com/office/drawing/2014/main" id="{4FF1CECD-8ACC-8A9C-C8A0-586B02DA829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128010" y="5621524"/>
                <a:ext cx="3777542" cy="0"/>
              </a:xfrm>
              <a:prstGeom prst="line">
                <a:avLst/>
              </a:prstGeom>
              <a:ln/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</p:cxnSp>
          <p:cxnSp>
            <p:nvCxnSpPr>
              <p:cNvPr id="2748" name="Straight Connector 2747">
                <a:extLst>
                  <a:ext uri="{FF2B5EF4-FFF2-40B4-BE49-F238E27FC236}">
                    <a16:creationId xmlns:a16="http://schemas.microsoft.com/office/drawing/2014/main" id="{EFAB3AB4-FA8B-B120-1614-B30C5649A0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350931" y="6059148"/>
                <a:ext cx="3554621" cy="0"/>
              </a:xfrm>
              <a:prstGeom prst="line">
                <a:avLst/>
              </a:prstGeom>
              <a:ln>
                <a:solidFill>
                  <a:srgbClr val="03233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49" name="Elbow Connector 2748">
                <a:extLst>
                  <a:ext uri="{FF2B5EF4-FFF2-40B4-BE49-F238E27FC236}">
                    <a16:creationId xmlns:a16="http://schemas.microsoft.com/office/drawing/2014/main" id="{3F0C47A6-F3E4-B190-EC2E-1B62B859C46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41269" y="3476181"/>
                <a:ext cx="15170779" cy="875746"/>
              </a:xfrm>
              <a:prstGeom prst="bentConnector3">
                <a:avLst>
                  <a:gd name="adj1" fmla="val 71306"/>
                </a:avLst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750" name="Rectangle 2749">
                <a:extLst>
                  <a:ext uri="{FF2B5EF4-FFF2-40B4-BE49-F238E27FC236}">
                    <a16:creationId xmlns:a16="http://schemas.microsoft.com/office/drawing/2014/main" id="{93434E26-7728-4AD3-C7E6-3792C3913535}"/>
                  </a:ext>
                </a:extLst>
              </p:cNvPr>
              <p:cNvSpPr/>
              <p:nvPr/>
            </p:nvSpPr>
            <p:spPr>
              <a:xfrm>
                <a:off x="16910028" y="4165219"/>
                <a:ext cx="2160000" cy="2160000"/>
              </a:xfrm>
              <a:prstGeom prst="rect">
                <a:avLst/>
              </a:prstGeom>
              <a:ln>
                <a:solidFill>
                  <a:srgbClr val="032333"/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dirty="0"/>
                  <a:t>SHARED FRAME STORAGE GREEN</a:t>
                </a:r>
              </a:p>
            </p:txBody>
          </p:sp>
          <p:cxnSp>
            <p:nvCxnSpPr>
              <p:cNvPr id="2752" name="Straight Connector 2751">
                <a:extLst>
                  <a:ext uri="{FF2B5EF4-FFF2-40B4-BE49-F238E27FC236}">
                    <a16:creationId xmlns:a16="http://schemas.microsoft.com/office/drawing/2014/main" id="{7EBD7F78-C906-FC7B-2DE8-2E0F57613D2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3700785" y="2447501"/>
                <a:ext cx="23320894" cy="54912"/>
              </a:xfrm>
              <a:prstGeom prst="line">
                <a:avLst/>
              </a:prstGeom>
              <a:ln>
                <a:solidFill>
                  <a:srgbClr val="622C0E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2753" name="Straight Connector 2752">
                <a:extLst>
                  <a:ext uri="{FF2B5EF4-FFF2-40B4-BE49-F238E27FC236}">
                    <a16:creationId xmlns:a16="http://schemas.microsoft.com/office/drawing/2014/main" id="{357E2633-52D4-D253-B006-A12A85BC465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707660" y="2443900"/>
                <a:ext cx="0" cy="3175200"/>
              </a:xfrm>
              <a:prstGeom prst="line">
                <a:avLst/>
              </a:prstGeom>
              <a:ln>
                <a:solidFill>
                  <a:srgbClr val="622C0E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</p:cxnSp>
          <p:sp>
            <p:nvSpPr>
              <p:cNvPr id="2754" name="Oval 2753">
                <a:extLst>
                  <a:ext uri="{FF2B5EF4-FFF2-40B4-BE49-F238E27FC236}">
                    <a16:creationId xmlns:a16="http://schemas.microsoft.com/office/drawing/2014/main" id="{416ED555-F5C9-FC9E-1FCD-D4DEF58D2473}"/>
                  </a:ext>
                </a:extLst>
              </p:cNvPr>
              <p:cNvSpPr/>
              <p:nvPr/>
            </p:nvSpPr>
            <p:spPr>
              <a:xfrm>
                <a:off x="13653660" y="5564674"/>
                <a:ext cx="108000" cy="108000"/>
              </a:xfrm>
              <a:prstGeom prst="ellipse">
                <a:avLst/>
              </a:prstGeom>
              <a:solidFill>
                <a:srgbClr val="622C0E"/>
              </a:solidFill>
              <a:ln>
                <a:solidFill>
                  <a:srgbClr val="622C0E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755" name="Straight Connector 2754">
                <a:extLst>
                  <a:ext uri="{FF2B5EF4-FFF2-40B4-BE49-F238E27FC236}">
                    <a16:creationId xmlns:a16="http://schemas.microsoft.com/office/drawing/2014/main" id="{5693E77A-7002-BBFC-AF81-4F22CF3C5F7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4054279" y="2829101"/>
                <a:ext cx="22598272" cy="54508"/>
              </a:xfrm>
              <a:prstGeom prst="line">
                <a:avLst/>
              </a:prstGeom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56" name="Straight Connector 2755">
                <a:extLst>
                  <a:ext uri="{FF2B5EF4-FFF2-40B4-BE49-F238E27FC236}">
                    <a16:creationId xmlns:a16="http://schemas.microsoft.com/office/drawing/2014/main" id="{1AF06A14-D39E-3989-96EC-674D141928B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054279" y="2821901"/>
                <a:ext cx="5379" cy="2383200"/>
              </a:xfrm>
              <a:prstGeom prst="line">
                <a:avLst/>
              </a:prstGeom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57" name="Oval 2756">
                <a:extLst>
                  <a:ext uri="{FF2B5EF4-FFF2-40B4-BE49-F238E27FC236}">
                    <a16:creationId xmlns:a16="http://schemas.microsoft.com/office/drawing/2014/main" id="{84771442-F487-9D87-2968-08D7B33A1322}"/>
                  </a:ext>
                </a:extLst>
              </p:cNvPr>
              <p:cNvSpPr/>
              <p:nvPr/>
            </p:nvSpPr>
            <p:spPr>
              <a:xfrm>
                <a:off x="14000279" y="5139242"/>
                <a:ext cx="108000" cy="108000"/>
              </a:xfrm>
              <a:prstGeom prst="ellipse">
                <a:avLst/>
              </a:prstGeom>
              <a:solidFill>
                <a:srgbClr val="47D45A"/>
              </a:solidFill>
              <a:ln>
                <a:solidFill>
                  <a:srgbClr val="47D45A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758" name="Straight Connector 2757">
                <a:extLst>
                  <a:ext uri="{FF2B5EF4-FFF2-40B4-BE49-F238E27FC236}">
                    <a16:creationId xmlns:a16="http://schemas.microsoft.com/office/drawing/2014/main" id="{A63E55BD-6D08-A496-EC7F-75127E7DEC7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422701" y="3189101"/>
                <a:ext cx="21882671" cy="0"/>
              </a:xfrm>
              <a:prstGeom prst="line">
                <a:avLst/>
              </a:prstGeom>
              <a:ln>
                <a:solidFill>
                  <a:srgbClr val="1B440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59" name="Straight Connector 2758">
                <a:extLst>
                  <a:ext uri="{FF2B5EF4-FFF2-40B4-BE49-F238E27FC236}">
                    <a16:creationId xmlns:a16="http://schemas.microsoft.com/office/drawing/2014/main" id="{9AECB463-38D5-9AE2-8FEE-8BEAC64BC4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429745" y="3181900"/>
                <a:ext cx="0" cy="1602000"/>
              </a:xfrm>
              <a:prstGeom prst="line">
                <a:avLst/>
              </a:prstGeom>
              <a:ln>
                <a:solidFill>
                  <a:srgbClr val="1B440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60" name="Oval 2759">
                <a:extLst>
                  <a:ext uri="{FF2B5EF4-FFF2-40B4-BE49-F238E27FC236}">
                    <a16:creationId xmlns:a16="http://schemas.microsoft.com/office/drawing/2014/main" id="{1E957E03-77F7-F20D-E2A0-D079E3A93E5D}"/>
                  </a:ext>
                </a:extLst>
              </p:cNvPr>
              <p:cNvSpPr/>
              <p:nvPr/>
            </p:nvSpPr>
            <p:spPr>
              <a:xfrm>
                <a:off x="14375745" y="4723546"/>
                <a:ext cx="108000" cy="108000"/>
              </a:xfrm>
              <a:prstGeom prst="ellipse">
                <a:avLst/>
              </a:prstGeom>
              <a:solidFill>
                <a:srgbClr val="1D440D"/>
              </a:solidFill>
              <a:ln>
                <a:solidFill>
                  <a:srgbClr val="1D440D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61" name="TextBox 2760">
                <a:extLst>
                  <a:ext uri="{FF2B5EF4-FFF2-40B4-BE49-F238E27FC236}">
                    <a16:creationId xmlns:a16="http://schemas.microsoft.com/office/drawing/2014/main" id="{A9CFBC51-DDF8-2052-D42D-5C77FA435E77}"/>
                  </a:ext>
                </a:extLst>
              </p:cNvPr>
              <p:cNvSpPr txBox="1"/>
              <p:nvPr/>
            </p:nvSpPr>
            <p:spPr>
              <a:xfrm>
                <a:off x="11865452" y="4671936"/>
                <a:ext cx="1702710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1C430C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WRITE_INSTRUCTIONS_FOR_RAM</a:t>
                </a:r>
              </a:p>
            </p:txBody>
          </p:sp>
          <p:sp>
            <p:nvSpPr>
              <p:cNvPr id="2762" name="TextBox 2761">
                <a:extLst>
                  <a:ext uri="{FF2B5EF4-FFF2-40B4-BE49-F238E27FC236}">
                    <a16:creationId xmlns:a16="http://schemas.microsoft.com/office/drawing/2014/main" id="{3C9A76F1-EA2D-1D58-A01F-6C271E0DECDA}"/>
                  </a:ext>
                </a:extLst>
              </p:cNvPr>
              <p:cNvSpPr txBox="1"/>
              <p:nvPr/>
            </p:nvSpPr>
            <p:spPr>
              <a:xfrm>
                <a:off x="11865452" y="5088766"/>
                <a:ext cx="1184940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7D45A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WRITE_DATA_TO_RAM</a:t>
                </a:r>
              </a:p>
            </p:txBody>
          </p:sp>
          <p:sp>
            <p:nvSpPr>
              <p:cNvPr id="2763" name="TextBox 2762">
                <a:extLst>
                  <a:ext uri="{FF2B5EF4-FFF2-40B4-BE49-F238E27FC236}">
                    <a16:creationId xmlns:a16="http://schemas.microsoft.com/office/drawing/2014/main" id="{1069C797-6A12-4C68-C0EC-4979D04F3F05}"/>
                  </a:ext>
                </a:extLst>
              </p:cNvPr>
              <p:cNvSpPr txBox="1"/>
              <p:nvPr/>
            </p:nvSpPr>
            <p:spPr>
              <a:xfrm>
                <a:off x="11865452" y="5514604"/>
                <a:ext cx="1366080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612C0F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READ_ADDRESS_ON_RAM</a:t>
                </a:r>
              </a:p>
            </p:txBody>
          </p:sp>
          <p:sp>
            <p:nvSpPr>
              <p:cNvPr id="2764" name="TextBox 2763">
                <a:extLst>
                  <a:ext uri="{FF2B5EF4-FFF2-40B4-BE49-F238E27FC236}">
                    <a16:creationId xmlns:a16="http://schemas.microsoft.com/office/drawing/2014/main" id="{91AFCC88-B973-FA37-D0B1-795D92DFE4A3}"/>
                  </a:ext>
                </a:extLst>
              </p:cNvPr>
              <p:cNvSpPr txBox="1"/>
              <p:nvPr/>
            </p:nvSpPr>
            <p:spPr>
              <a:xfrm>
                <a:off x="11865452" y="5949602"/>
                <a:ext cx="1617751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42233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BANKS_5_TO_8_USER_MODULE</a:t>
                </a:r>
              </a:p>
            </p:txBody>
          </p:sp>
          <p:sp>
            <p:nvSpPr>
              <p:cNvPr id="2765" name="TextBox 2764">
                <a:extLst>
                  <a:ext uri="{FF2B5EF4-FFF2-40B4-BE49-F238E27FC236}">
                    <a16:creationId xmlns:a16="http://schemas.microsoft.com/office/drawing/2014/main" id="{9919FDF5-F68F-8832-AF9A-F0CFB1791CEE}"/>
                  </a:ext>
                </a:extLst>
              </p:cNvPr>
              <p:cNvSpPr txBox="1"/>
              <p:nvPr/>
            </p:nvSpPr>
            <p:spPr>
              <a:xfrm>
                <a:off x="16238003" y="4247791"/>
                <a:ext cx="510076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CLOCK</a:t>
                </a:r>
              </a:p>
            </p:txBody>
          </p:sp>
          <p:sp>
            <p:nvSpPr>
              <p:cNvPr id="2766" name="TextBox 2765">
                <a:extLst>
                  <a:ext uri="{FF2B5EF4-FFF2-40B4-BE49-F238E27FC236}">
                    <a16:creationId xmlns:a16="http://schemas.microsoft.com/office/drawing/2014/main" id="{2DA7A419-EB66-B31C-18EF-43A90A15572A}"/>
                  </a:ext>
                </a:extLst>
              </p:cNvPr>
              <p:cNvSpPr txBox="1"/>
              <p:nvPr/>
            </p:nvSpPr>
            <p:spPr>
              <a:xfrm>
                <a:off x="15045369" y="4671936"/>
                <a:ext cx="1702710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1C430C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WRITE_INSTRUCTIONS_FOR_RAM</a:t>
                </a:r>
              </a:p>
            </p:txBody>
          </p:sp>
          <p:sp>
            <p:nvSpPr>
              <p:cNvPr id="2767" name="TextBox 2766">
                <a:extLst>
                  <a:ext uri="{FF2B5EF4-FFF2-40B4-BE49-F238E27FC236}">
                    <a16:creationId xmlns:a16="http://schemas.microsoft.com/office/drawing/2014/main" id="{0B6590F9-F85F-9BA0-CBAB-85A9DF87BB32}"/>
                  </a:ext>
                </a:extLst>
              </p:cNvPr>
              <p:cNvSpPr txBox="1"/>
              <p:nvPr/>
            </p:nvSpPr>
            <p:spPr>
              <a:xfrm>
                <a:off x="15563139" y="5075514"/>
                <a:ext cx="1184940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7D45A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WRITE_DATA_TO_RAM</a:t>
                </a:r>
              </a:p>
            </p:txBody>
          </p:sp>
          <p:sp>
            <p:nvSpPr>
              <p:cNvPr id="2768" name="TextBox 2767">
                <a:extLst>
                  <a:ext uri="{FF2B5EF4-FFF2-40B4-BE49-F238E27FC236}">
                    <a16:creationId xmlns:a16="http://schemas.microsoft.com/office/drawing/2014/main" id="{12AA5620-8510-0CBF-F560-A7B2FD4AD7E6}"/>
                  </a:ext>
                </a:extLst>
              </p:cNvPr>
              <p:cNvSpPr txBox="1"/>
              <p:nvPr/>
            </p:nvSpPr>
            <p:spPr>
              <a:xfrm>
                <a:off x="15381999" y="5514604"/>
                <a:ext cx="1366080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612C0F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READ_ADDRESS_ON_RAM</a:t>
                </a:r>
              </a:p>
            </p:txBody>
          </p:sp>
          <p:sp>
            <p:nvSpPr>
              <p:cNvPr id="2769" name="TextBox 2768">
                <a:extLst>
                  <a:ext uri="{FF2B5EF4-FFF2-40B4-BE49-F238E27FC236}">
                    <a16:creationId xmlns:a16="http://schemas.microsoft.com/office/drawing/2014/main" id="{1E4A14DB-E596-B4ED-3B85-E7561DED22B6}"/>
                  </a:ext>
                </a:extLst>
              </p:cNvPr>
              <p:cNvSpPr txBox="1"/>
              <p:nvPr/>
            </p:nvSpPr>
            <p:spPr>
              <a:xfrm>
                <a:off x="15130328" y="5949602"/>
                <a:ext cx="1617751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42233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BANKS_5_TO_8_USER_MODULE</a:t>
                </a:r>
              </a:p>
            </p:txBody>
          </p:sp>
        </p:grpSp>
        <p:cxnSp>
          <p:nvCxnSpPr>
            <p:cNvPr id="2832" name="Straight Connector 2831">
              <a:extLst>
                <a:ext uri="{FF2B5EF4-FFF2-40B4-BE49-F238E27FC236}">
                  <a16:creationId xmlns:a16="http://schemas.microsoft.com/office/drawing/2014/main" id="{53D4DB5B-323F-2336-822D-8491A255C6B6}"/>
                </a:ext>
              </a:extLst>
            </p:cNvPr>
            <p:cNvCxnSpPr>
              <a:cxnSpLocks/>
            </p:cNvCxnSpPr>
            <p:nvPr/>
          </p:nvCxnSpPr>
          <p:spPr>
            <a:xfrm>
              <a:off x="24366673" y="25609704"/>
              <a:ext cx="483512" cy="0"/>
            </a:xfrm>
            <a:prstGeom prst="line">
              <a:avLst/>
            </a:prstGeom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3" name="Straight Connector 2832">
              <a:extLst>
                <a:ext uri="{FF2B5EF4-FFF2-40B4-BE49-F238E27FC236}">
                  <a16:creationId xmlns:a16="http://schemas.microsoft.com/office/drawing/2014/main" id="{350F966C-E27D-8E77-61B8-1146BB7B5E14}"/>
                </a:ext>
              </a:extLst>
            </p:cNvPr>
            <p:cNvCxnSpPr>
              <a:cxnSpLocks/>
            </p:cNvCxnSpPr>
            <p:nvPr/>
          </p:nvCxnSpPr>
          <p:spPr>
            <a:xfrm>
              <a:off x="25383585" y="25614595"/>
              <a:ext cx="3563555" cy="0"/>
            </a:xfrm>
            <a:prstGeom prst="line">
              <a:avLst/>
            </a:prstGeom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34" name="TextBox 2833">
              <a:extLst>
                <a:ext uri="{FF2B5EF4-FFF2-40B4-BE49-F238E27FC236}">
                  <a16:creationId xmlns:a16="http://schemas.microsoft.com/office/drawing/2014/main" id="{033B3F4E-2B8D-DFFA-7254-91EF42CF797C}"/>
                </a:ext>
              </a:extLst>
            </p:cNvPr>
            <p:cNvSpPr txBox="1"/>
            <p:nvPr/>
          </p:nvSpPr>
          <p:spPr>
            <a:xfrm>
              <a:off x="24518996" y="25505610"/>
              <a:ext cx="1399742" cy="21544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D86ECC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800" dirty="0"/>
                <a:t>DISPARITY_DATA_AT_PIXEL</a:t>
              </a:r>
            </a:p>
          </p:txBody>
        </p:sp>
        <p:cxnSp>
          <p:nvCxnSpPr>
            <p:cNvPr id="2835" name="Straight Connector 2834">
              <a:extLst>
                <a:ext uri="{FF2B5EF4-FFF2-40B4-BE49-F238E27FC236}">
                  <a16:creationId xmlns:a16="http://schemas.microsoft.com/office/drawing/2014/main" id="{0F473FA7-F4E9-3D5D-BE2E-5EAB33FDE4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878828" y="22005495"/>
              <a:ext cx="720000" cy="1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6" name="Straight Connector 2835">
              <a:extLst>
                <a:ext uri="{FF2B5EF4-FFF2-40B4-BE49-F238E27FC236}">
                  <a16:creationId xmlns:a16="http://schemas.microsoft.com/office/drawing/2014/main" id="{98C1C1D6-0982-E359-811B-EF1862ED69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134555" y="22002413"/>
              <a:ext cx="4382126" cy="9344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37" name="TextBox 2836">
              <a:extLst>
                <a:ext uri="{FF2B5EF4-FFF2-40B4-BE49-F238E27FC236}">
                  <a16:creationId xmlns:a16="http://schemas.microsoft.com/office/drawing/2014/main" id="{2324977F-3C05-7663-AB23-E5FE3F027CC8}"/>
                </a:ext>
              </a:extLst>
            </p:cNvPr>
            <p:cNvSpPr txBox="1"/>
            <p:nvPr/>
          </p:nvSpPr>
          <p:spPr>
            <a:xfrm>
              <a:off x="24042245" y="21894413"/>
              <a:ext cx="1556836" cy="21544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800" dirty="0"/>
                <a:t>CONFIDENCE_DATA_AT_PIXEL</a:t>
              </a:r>
            </a:p>
          </p:txBody>
        </p:sp>
        <p:sp>
          <p:nvSpPr>
            <p:cNvPr id="2849" name="Rectangle 2848">
              <a:extLst>
                <a:ext uri="{FF2B5EF4-FFF2-40B4-BE49-F238E27FC236}">
                  <a16:creationId xmlns:a16="http://schemas.microsoft.com/office/drawing/2014/main" id="{AA85A06D-F10A-76D8-B92E-DE19DACB837A}"/>
                </a:ext>
              </a:extLst>
            </p:cNvPr>
            <p:cNvSpPr/>
            <p:nvPr/>
          </p:nvSpPr>
          <p:spPr>
            <a:xfrm>
              <a:off x="10161683" y="28903822"/>
              <a:ext cx="2880000" cy="2880000"/>
            </a:xfrm>
            <a:prstGeom prst="rect">
              <a:avLst/>
            </a:prstGeom>
            <a:ln>
              <a:solidFill>
                <a:srgbClr val="032333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200" dirty="0"/>
                <a:t>EPI COMPILER BLUE</a:t>
              </a:r>
            </a:p>
          </p:txBody>
        </p:sp>
        <p:cxnSp>
          <p:nvCxnSpPr>
            <p:cNvPr id="2851" name="Straight Connector 2850">
              <a:extLst>
                <a:ext uri="{FF2B5EF4-FFF2-40B4-BE49-F238E27FC236}">
                  <a16:creationId xmlns:a16="http://schemas.microsoft.com/office/drawing/2014/main" id="{555BA11D-4760-0B8D-624F-00882EB8C2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39986" y="30263804"/>
              <a:ext cx="0" cy="1821107"/>
            </a:xfrm>
            <a:prstGeom prst="line">
              <a:avLst/>
            </a:prstGeom>
            <a:ln/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2852" name="Straight Connector 2851">
              <a:extLst>
                <a:ext uri="{FF2B5EF4-FFF2-40B4-BE49-F238E27FC236}">
                  <a16:creationId xmlns:a16="http://schemas.microsoft.com/office/drawing/2014/main" id="{38CE4A52-0383-FEF4-E2A5-71730D60DED3}"/>
                </a:ext>
              </a:extLst>
            </p:cNvPr>
            <p:cNvCxnSpPr>
              <a:cxnSpLocks/>
            </p:cNvCxnSpPr>
            <p:nvPr/>
          </p:nvCxnSpPr>
          <p:spPr>
            <a:xfrm>
              <a:off x="8328805" y="32081475"/>
              <a:ext cx="13986000" cy="0"/>
            </a:xfrm>
            <a:prstGeom prst="line">
              <a:avLst/>
            </a:prstGeom>
            <a:ln/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2853" name="Straight Connector 2852">
              <a:extLst>
                <a:ext uri="{FF2B5EF4-FFF2-40B4-BE49-F238E27FC236}">
                  <a16:creationId xmlns:a16="http://schemas.microsoft.com/office/drawing/2014/main" id="{F8524448-04B1-783D-4C6A-F5DF1E33AA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312256" y="29825493"/>
              <a:ext cx="0" cy="2264400"/>
            </a:xfrm>
            <a:prstGeom prst="line">
              <a:avLst/>
            </a:prstGeom>
            <a:ln/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sp>
          <p:nvSpPr>
            <p:cNvPr id="2854" name="TextBox 2853">
              <a:extLst>
                <a:ext uri="{FF2B5EF4-FFF2-40B4-BE49-F238E27FC236}">
                  <a16:creationId xmlns:a16="http://schemas.microsoft.com/office/drawing/2014/main" id="{2675E81A-C5C3-D53A-4F53-8BC9C7246188}"/>
                </a:ext>
              </a:extLst>
            </p:cNvPr>
            <p:cNvSpPr txBox="1"/>
            <p:nvPr/>
          </p:nvSpPr>
          <p:spPr>
            <a:xfrm>
              <a:off x="8774875" y="30165207"/>
              <a:ext cx="1297150" cy="21544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00B3B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800" dirty="0"/>
                <a:t>READ_DATA_FROM_RAM</a:t>
              </a:r>
            </a:p>
          </p:txBody>
        </p:sp>
        <p:grpSp>
          <p:nvGrpSpPr>
            <p:cNvPr id="2855" name="Group 2854">
              <a:extLst>
                <a:ext uri="{FF2B5EF4-FFF2-40B4-BE49-F238E27FC236}">
                  <a16:creationId xmlns:a16="http://schemas.microsoft.com/office/drawing/2014/main" id="{B67AFD25-4116-DEF6-238E-2EF999658FF3}"/>
                </a:ext>
              </a:extLst>
            </p:cNvPr>
            <p:cNvGrpSpPr/>
            <p:nvPr/>
          </p:nvGrpSpPr>
          <p:grpSpPr>
            <a:xfrm>
              <a:off x="13027807" y="31013318"/>
              <a:ext cx="5832535" cy="3174410"/>
              <a:chOff x="11712878" y="6364252"/>
              <a:chExt cx="5832535" cy="3174410"/>
            </a:xfrm>
          </p:grpSpPr>
          <p:cxnSp>
            <p:nvCxnSpPr>
              <p:cNvPr id="2856" name="Straight Connector 2855">
                <a:extLst>
                  <a:ext uri="{FF2B5EF4-FFF2-40B4-BE49-F238E27FC236}">
                    <a16:creationId xmlns:a16="http://schemas.microsoft.com/office/drawing/2014/main" id="{2EEB39DF-6C3C-72B3-4165-C43C7F02AED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712878" y="6472704"/>
                <a:ext cx="720000" cy="1"/>
              </a:xfrm>
              <a:prstGeom prst="line">
                <a:avLst/>
              </a:prstGeom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57" name="Straight Connector 2856">
                <a:extLst>
                  <a:ext uri="{FF2B5EF4-FFF2-40B4-BE49-F238E27FC236}">
                    <a16:creationId xmlns:a16="http://schemas.microsoft.com/office/drawing/2014/main" id="{130DD59D-6228-6956-AF7F-96D4AA57043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714184" y="6893297"/>
                <a:ext cx="720000" cy="1"/>
              </a:xfrm>
              <a:prstGeom prst="line">
                <a:avLst/>
              </a:prstGeom>
              <a:ln/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</p:cxnSp>
          <p:sp>
            <p:nvSpPr>
              <p:cNvPr id="2858" name="Rectangle 2857">
                <a:extLst>
                  <a:ext uri="{FF2B5EF4-FFF2-40B4-BE49-F238E27FC236}">
                    <a16:creationId xmlns:a16="http://schemas.microsoft.com/office/drawing/2014/main" id="{19D27D19-3ECE-4E16-C5F3-6196999E0AF2}"/>
                  </a:ext>
                </a:extLst>
              </p:cNvPr>
              <p:cNvSpPr/>
              <p:nvPr/>
            </p:nvSpPr>
            <p:spPr>
              <a:xfrm>
                <a:off x="16357413" y="8843009"/>
                <a:ext cx="1188000" cy="6956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REGISTER</a:t>
                </a:r>
              </a:p>
            </p:txBody>
          </p:sp>
          <p:cxnSp>
            <p:nvCxnSpPr>
              <p:cNvPr id="2859" name="Straight Connector 2858">
                <a:extLst>
                  <a:ext uri="{FF2B5EF4-FFF2-40B4-BE49-F238E27FC236}">
                    <a16:creationId xmlns:a16="http://schemas.microsoft.com/office/drawing/2014/main" id="{722D110F-8C26-BA9E-142B-B26427C43DA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966795" y="6477069"/>
                <a:ext cx="1080000" cy="1"/>
              </a:xfrm>
              <a:prstGeom prst="line">
                <a:avLst/>
              </a:prstGeom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60" name="Straight Connector 2859">
                <a:extLst>
                  <a:ext uri="{FF2B5EF4-FFF2-40B4-BE49-F238E27FC236}">
                    <a16:creationId xmlns:a16="http://schemas.microsoft.com/office/drawing/2014/main" id="{F2EEC9AF-B5A1-5DE5-5AF0-D950F584872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960118" y="6899798"/>
                <a:ext cx="720000" cy="1"/>
              </a:xfrm>
              <a:prstGeom prst="line">
                <a:avLst/>
              </a:prstGeom>
              <a:ln/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</p:cxnSp>
          <p:cxnSp>
            <p:nvCxnSpPr>
              <p:cNvPr id="2861" name="Straight Connector 2860">
                <a:extLst>
                  <a:ext uri="{FF2B5EF4-FFF2-40B4-BE49-F238E27FC236}">
                    <a16:creationId xmlns:a16="http://schemas.microsoft.com/office/drawing/2014/main" id="{F1AEC7D4-BBF9-BEA1-41E8-59808BEC82C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3670879" y="6893297"/>
                <a:ext cx="0" cy="2520000"/>
              </a:xfrm>
              <a:prstGeom prst="line">
                <a:avLst/>
              </a:prstGeom>
              <a:ln/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</p:cxnSp>
          <p:cxnSp>
            <p:nvCxnSpPr>
              <p:cNvPr id="2862" name="Straight Connector 2861">
                <a:extLst>
                  <a:ext uri="{FF2B5EF4-FFF2-40B4-BE49-F238E27FC236}">
                    <a16:creationId xmlns:a16="http://schemas.microsoft.com/office/drawing/2014/main" id="{E43E1FD0-BB9E-761E-F1CD-91E1C0593D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038087" y="6472703"/>
                <a:ext cx="0" cy="2520000"/>
              </a:xfrm>
              <a:prstGeom prst="line">
                <a:avLst/>
              </a:prstGeom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63" name="Straight Connector 2862">
                <a:extLst>
                  <a:ext uri="{FF2B5EF4-FFF2-40B4-BE49-F238E27FC236}">
                    <a16:creationId xmlns:a16="http://schemas.microsoft.com/office/drawing/2014/main" id="{AD7D5FD8-6C58-E962-8971-56F7CA1D62A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030349" y="8989446"/>
                <a:ext cx="2325932" cy="0"/>
              </a:xfrm>
              <a:prstGeom prst="line">
                <a:avLst/>
              </a:prstGeom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64" name="Straight Connector 2863">
                <a:extLst>
                  <a:ext uri="{FF2B5EF4-FFF2-40B4-BE49-F238E27FC236}">
                    <a16:creationId xmlns:a16="http://schemas.microsoft.com/office/drawing/2014/main" id="{D689992B-EB53-7CAA-3E24-510C441FEA0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661641" y="9405253"/>
                <a:ext cx="2700000" cy="1"/>
              </a:xfrm>
              <a:prstGeom prst="line">
                <a:avLst/>
              </a:prstGeom>
              <a:ln/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</p:cxnSp>
          <p:sp>
            <p:nvSpPr>
              <p:cNvPr id="2865" name="TextBox 2864">
                <a:extLst>
                  <a:ext uri="{FF2B5EF4-FFF2-40B4-BE49-F238E27FC236}">
                    <a16:creationId xmlns:a16="http://schemas.microsoft.com/office/drawing/2014/main" id="{B305E068-1A2F-BF93-E1B9-0C4D464FE09A}"/>
                  </a:ext>
                </a:extLst>
              </p:cNvPr>
              <p:cNvSpPr txBox="1"/>
              <p:nvPr/>
            </p:nvSpPr>
            <p:spPr>
              <a:xfrm>
                <a:off x="11865452" y="6364252"/>
                <a:ext cx="1383712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3A3A3A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EPI_COLUMN_PIXEL_DATA</a:t>
                </a:r>
              </a:p>
            </p:txBody>
          </p:sp>
          <p:sp>
            <p:nvSpPr>
              <p:cNvPr id="2866" name="TextBox 2865">
                <a:extLst>
                  <a:ext uri="{FF2B5EF4-FFF2-40B4-BE49-F238E27FC236}">
                    <a16:creationId xmlns:a16="http://schemas.microsoft.com/office/drawing/2014/main" id="{97D4AE28-64F9-348E-A6DF-06C85ABE9D90}"/>
                  </a:ext>
                </a:extLst>
              </p:cNvPr>
              <p:cNvSpPr txBox="1"/>
              <p:nvPr/>
            </p:nvSpPr>
            <p:spPr>
              <a:xfrm>
                <a:off x="11865452" y="6792270"/>
                <a:ext cx="1633781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24059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EPI_COLUMN_PIXEL_METADATA</a:t>
                </a:r>
              </a:p>
            </p:txBody>
          </p:sp>
          <p:sp>
            <p:nvSpPr>
              <p:cNvPr id="2867" name="TextBox 2866">
                <a:extLst>
                  <a:ext uri="{FF2B5EF4-FFF2-40B4-BE49-F238E27FC236}">
                    <a16:creationId xmlns:a16="http://schemas.microsoft.com/office/drawing/2014/main" id="{D13E75C8-877C-7EC5-165F-FBF0DAB06E80}"/>
                  </a:ext>
                </a:extLst>
              </p:cNvPr>
              <p:cNvSpPr txBox="1"/>
              <p:nvPr/>
            </p:nvSpPr>
            <p:spPr>
              <a:xfrm>
                <a:off x="14862794" y="8884976"/>
                <a:ext cx="1383712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3A3A3A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EPI_COLUMN_PIXEL_DATA</a:t>
                </a:r>
              </a:p>
            </p:txBody>
          </p:sp>
          <p:sp>
            <p:nvSpPr>
              <p:cNvPr id="2868" name="TextBox 2867">
                <a:extLst>
                  <a:ext uri="{FF2B5EF4-FFF2-40B4-BE49-F238E27FC236}">
                    <a16:creationId xmlns:a16="http://schemas.microsoft.com/office/drawing/2014/main" id="{0AA620BC-24DA-E386-CF1F-ABF3417CC5EC}"/>
                  </a:ext>
                </a:extLst>
              </p:cNvPr>
              <p:cNvSpPr txBox="1"/>
              <p:nvPr/>
            </p:nvSpPr>
            <p:spPr>
              <a:xfrm>
                <a:off x="14612725" y="9301351"/>
                <a:ext cx="1633781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24059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EPI_COLUMN_PIXEL_METADATA</a:t>
                </a:r>
              </a:p>
            </p:txBody>
          </p:sp>
        </p:grpSp>
        <p:grpSp>
          <p:nvGrpSpPr>
            <p:cNvPr id="2869" name="Group 2868">
              <a:extLst>
                <a:ext uri="{FF2B5EF4-FFF2-40B4-BE49-F238E27FC236}">
                  <a16:creationId xmlns:a16="http://schemas.microsoft.com/office/drawing/2014/main" id="{22D8AE95-47BB-6D4A-C101-BFF1824F309B}"/>
                </a:ext>
              </a:extLst>
            </p:cNvPr>
            <p:cNvGrpSpPr/>
            <p:nvPr/>
          </p:nvGrpSpPr>
          <p:grpSpPr>
            <a:xfrm>
              <a:off x="18869344" y="32806916"/>
              <a:ext cx="5003185" cy="2160000"/>
              <a:chOff x="17554415" y="8157850"/>
              <a:chExt cx="5003185" cy="2160000"/>
            </a:xfrm>
          </p:grpSpPr>
          <p:sp>
            <p:nvSpPr>
              <p:cNvPr id="2870" name="Rectangle 2869">
                <a:extLst>
                  <a:ext uri="{FF2B5EF4-FFF2-40B4-BE49-F238E27FC236}">
                    <a16:creationId xmlns:a16="http://schemas.microsoft.com/office/drawing/2014/main" id="{E5B8901C-A8CC-9E2A-FD08-8DE51C961EC8}"/>
                  </a:ext>
                </a:extLst>
              </p:cNvPr>
              <p:cNvSpPr/>
              <p:nvPr/>
            </p:nvSpPr>
            <p:spPr>
              <a:xfrm>
                <a:off x="20397600" y="8157850"/>
                <a:ext cx="2160000" cy="2160000"/>
              </a:xfrm>
              <a:prstGeom prst="rect">
                <a:avLst/>
              </a:prstGeom>
              <a:ln>
                <a:solidFill>
                  <a:srgbClr val="032333"/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dirty="0"/>
                  <a:t>CONFIDENCE COMPUTER BLUE</a:t>
                </a:r>
              </a:p>
            </p:txBody>
          </p:sp>
          <p:cxnSp>
            <p:nvCxnSpPr>
              <p:cNvPr id="2871" name="Straight Connector 2870">
                <a:extLst>
                  <a:ext uri="{FF2B5EF4-FFF2-40B4-BE49-F238E27FC236}">
                    <a16:creationId xmlns:a16="http://schemas.microsoft.com/office/drawing/2014/main" id="{4E6B6C62-69D7-914D-EF5E-9D4FF70419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554415" y="9409074"/>
                <a:ext cx="2838156" cy="0"/>
              </a:xfrm>
              <a:prstGeom prst="line">
                <a:avLst/>
              </a:prstGeom>
              <a:ln/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</p:cxnSp>
          <p:sp>
            <p:nvSpPr>
              <p:cNvPr id="2872" name="TextBox 2871">
                <a:extLst>
                  <a:ext uri="{FF2B5EF4-FFF2-40B4-BE49-F238E27FC236}">
                    <a16:creationId xmlns:a16="http://schemas.microsoft.com/office/drawing/2014/main" id="{F2DD53E8-C807-1C3D-BE2B-81FFE37F0ECC}"/>
                  </a:ext>
                </a:extLst>
              </p:cNvPr>
              <p:cNvSpPr txBox="1"/>
              <p:nvPr/>
            </p:nvSpPr>
            <p:spPr>
              <a:xfrm>
                <a:off x="18620634" y="9301351"/>
                <a:ext cx="1633781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24059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EPI_COLUMN_PIXEL_METADATA</a:t>
                </a:r>
              </a:p>
            </p:txBody>
          </p:sp>
          <p:cxnSp>
            <p:nvCxnSpPr>
              <p:cNvPr id="2873" name="Straight Connector 2872">
                <a:extLst>
                  <a:ext uri="{FF2B5EF4-FFF2-40B4-BE49-F238E27FC236}">
                    <a16:creationId xmlns:a16="http://schemas.microsoft.com/office/drawing/2014/main" id="{9A590D37-C264-C69D-C75B-9B466CD250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554415" y="8992698"/>
                <a:ext cx="2838156" cy="0"/>
              </a:xfrm>
              <a:prstGeom prst="line">
                <a:avLst/>
              </a:prstGeom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74" name="TextBox 2873">
                <a:extLst>
                  <a:ext uri="{FF2B5EF4-FFF2-40B4-BE49-F238E27FC236}">
                    <a16:creationId xmlns:a16="http://schemas.microsoft.com/office/drawing/2014/main" id="{305090B2-8613-B056-20ED-C118112F044D}"/>
                  </a:ext>
                </a:extLst>
              </p:cNvPr>
              <p:cNvSpPr txBox="1"/>
              <p:nvPr/>
            </p:nvSpPr>
            <p:spPr>
              <a:xfrm>
                <a:off x="18870703" y="8884976"/>
                <a:ext cx="1383712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3A3A3A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EPI_COLUMN_PIXEL_DATA</a:t>
                </a:r>
              </a:p>
            </p:txBody>
          </p:sp>
          <p:sp>
            <p:nvSpPr>
              <p:cNvPr id="2875" name="TextBox 2874">
                <a:extLst>
                  <a:ext uri="{FF2B5EF4-FFF2-40B4-BE49-F238E27FC236}">
                    <a16:creationId xmlns:a16="http://schemas.microsoft.com/office/drawing/2014/main" id="{82296A0A-E506-281C-3BAA-F87AA19C97FE}"/>
                  </a:ext>
                </a:extLst>
              </p:cNvPr>
              <p:cNvSpPr txBox="1"/>
              <p:nvPr/>
            </p:nvSpPr>
            <p:spPr>
              <a:xfrm>
                <a:off x="19771041" y="8456561"/>
                <a:ext cx="510076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CLOCK</a:t>
                </a:r>
              </a:p>
            </p:txBody>
          </p:sp>
        </p:grpSp>
        <p:grpSp>
          <p:nvGrpSpPr>
            <p:cNvPr id="2876" name="Group 2875">
              <a:extLst>
                <a:ext uri="{FF2B5EF4-FFF2-40B4-BE49-F238E27FC236}">
                  <a16:creationId xmlns:a16="http://schemas.microsoft.com/office/drawing/2014/main" id="{3CED18F7-B099-F169-25D4-5E86356464DD}"/>
                </a:ext>
              </a:extLst>
            </p:cNvPr>
            <p:cNvGrpSpPr/>
            <p:nvPr/>
          </p:nvGrpSpPr>
          <p:grpSpPr>
            <a:xfrm>
              <a:off x="19113030" y="33120054"/>
              <a:ext cx="7106756" cy="5589875"/>
              <a:chOff x="17798101" y="8470988"/>
              <a:chExt cx="7106756" cy="5589875"/>
            </a:xfrm>
          </p:grpSpPr>
          <p:cxnSp>
            <p:nvCxnSpPr>
              <p:cNvPr id="2877" name="Straight Connector 2876">
                <a:extLst>
                  <a:ext uri="{FF2B5EF4-FFF2-40B4-BE49-F238E27FC236}">
                    <a16:creationId xmlns:a16="http://schemas.microsoft.com/office/drawing/2014/main" id="{E2048993-0E4B-8180-7F61-D01D8495F6B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850930" y="9407387"/>
                <a:ext cx="0" cy="3632161"/>
              </a:xfrm>
              <a:prstGeom prst="line">
                <a:avLst/>
              </a:prstGeom>
              <a:ln/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</p:cxnSp>
          <p:cxnSp>
            <p:nvCxnSpPr>
              <p:cNvPr id="2878" name="Straight Connector 2877">
                <a:extLst>
                  <a:ext uri="{FF2B5EF4-FFF2-40B4-BE49-F238E27FC236}">
                    <a16:creationId xmlns:a16="http://schemas.microsoft.com/office/drawing/2014/main" id="{2C4C5C00-AAA6-A85D-887B-85A29B905B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210930" y="8994697"/>
                <a:ext cx="0" cy="3602948"/>
              </a:xfrm>
              <a:prstGeom prst="line">
                <a:avLst/>
              </a:prstGeom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79" name="Straight Connector 2878">
                <a:extLst>
                  <a:ext uri="{FF2B5EF4-FFF2-40B4-BE49-F238E27FC236}">
                    <a16:creationId xmlns:a16="http://schemas.microsoft.com/office/drawing/2014/main" id="{883A8B7C-C5BF-A85C-421B-AB2B6A0749E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558693" y="8570585"/>
                <a:ext cx="720000" cy="1"/>
              </a:xfrm>
              <a:prstGeom prst="line">
                <a:avLst/>
              </a:prstGeom>
              <a:ln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</p:cxnSp>
          <p:cxnSp>
            <p:nvCxnSpPr>
              <p:cNvPr id="2880" name="Straight Connector 2879">
                <a:extLst>
                  <a:ext uri="{FF2B5EF4-FFF2-40B4-BE49-F238E27FC236}">
                    <a16:creationId xmlns:a16="http://schemas.microsoft.com/office/drawing/2014/main" id="{879FB749-8E6F-CA4D-AD72-FDC1A279CA6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557613" y="9002565"/>
                <a:ext cx="720000" cy="1"/>
              </a:xfrm>
              <a:prstGeom prst="line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cxnSp>
            <p:nvCxnSpPr>
              <p:cNvPr id="2881" name="Straight Connector 2880">
                <a:extLst>
                  <a:ext uri="{FF2B5EF4-FFF2-40B4-BE49-F238E27FC236}">
                    <a16:creationId xmlns:a16="http://schemas.microsoft.com/office/drawing/2014/main" id="{34267E86-A4A5-AB21-927A-B4B8A6991D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199619" y="12588511"/>
                <a:ext cx="2686048" cy="0"/>
              </a:xfrm>
              <a:prstGeom prst="line">
                <a:avLst/>
              </a:prstGeom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82" name="Straight Connector 2881">
                <a:extLst>
                  <a:ext uri="{FF2B5EF4-FFF2-40B4-BE49-F238E27FC236}">
                    <a16:creationId xmlns:a16="http://schemas.microsoft.com/office/drawing/2014/main" id="{1D24FA18-8EFD-69BF-8DF5-41229155D9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839298" y="13034911"/>
                <a:ext cx="3046369" cy="0"/>
              </a:xfrm>
              <a:prstGeom prst="line">
                <a:avLst/>
              </a:prstGeom>
              <a:ln/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</p:cxnSp>
          <p:cxnSp>
            <p:nvCxnSpPr>
              <p:cNvPr id="2883" name="Straight Connector 2882">
                <a:extLst>
                  <a:ext uri="{FF2B5EF4-FFF2-40B4-BE49-F238E27FC236}">
                    <a16:creationId xmlns:a16="http://schemas.microsoft.com/office/drawing/2014/main" id="{D0C1B576-8835-B9F4-0C85-81AAE4BADDB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815667" y="8574817"/>
                <a:ext cx="1080000" cy="1"/>
              </a:xfrm>
              <a:prstGeom prst="line">
                <a:avLst/>
              </a:prstGeom>
              <a:ln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</p:cxnSp>
          <p:cxnSp>
            <p:nvCxnSpPr>
              <p:cNvPr id="2884" name="Straight Connector 2883">
                <a:extLst>
                  <a:ext uri="{FF2B5EF4-FFF2-40B4-BE49-F238E27FC236}">
                    <a16:creationId xmlns:a16="http://schemas.microsoft.com/office/drawing/2014/main" id="{C49B166B-7D20-497C-2EFE-C72A83522B1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820769" y="9006798"/>
                <a:ext cx="720000" cy="1"/>
              </a:xfrm>
              <a:prstGeom prst="line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cxnSp>
            <p:nvCxnSpPr>
              <p:cNvPr id="2885" name="Straight Connector 2884">
                <a:extLst>
                  <a:ext uri="{FF2B5EF4-FFF2-40B4-BE49-F238E27FC236}">
                    <a16:creationId xmlns:a16="http://schemas.microsoft.com/office/drawing/2014/main" id="{3A7F40A7-B1E2-E5B1-4763-E697F1B26BC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540769" y="8998907"/>
                <a:ext cx="0" cy="1800000"/>
              </a:xfrm>
              <a:prstGeom prst="line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cxnSp>
            <p:nvCxnSpPr>
              <p:cNvPr id="2886" name="Straight Connector 2885">
                <a:extLst>
                  <a:ext uri="{FF2B5EF4-FFF2-40B4-BE49-F238E27FC236}">
                    <a16:creationId xmlns:a16="http://schemas.microsoft.com/office/drawing/2014/main" id="{544F9808-A9A0-FA62-3122-6C5D498E54C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895667" y="8565614"/>
                <a:ext cx="0" cy="2520000"/>
              </a:xfrm>
              <a:prstGeom prst="line">
                <a:avLst/>
              </a:prstGeom>
              <a:ln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</p:cxnSp>
          <p:cxnSp>
            <p:nvCxnSpPr>
              <p:cNvPr id="2887" name="Straight Connector 2886">
                <a:extLst>
                  <a:ext uri="{FF2B5EF4-FFF2-40B4-BE49-F238E27FC236}">
                    <a16:creationId xmlns:a16="http://schemas.microsoft.com/office/drawing/2014/main" id="{EF5BC9F6-5BCB-496C-866E-11F6A6B8649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929074" y="10798907"/>
                <a:ext cx="5620885" cy="0"/>
              </a:xfrm>
              <a:prstGeom prst="line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cxnSp>
            <p:nvCxnSpPr>
              <p:cNvPr id="2888" name="Straight Connector 2887">
                <a:extLst>
                  <a:ext uri="{FF2B5EF4-FFF2-40B4-BE49-F238E27FC236}">
                    <a16:creationId xmlns:a16="http://schemas.microsoft.com/office/drawing/2014/main" id="{2BFD4C98-0B51-2707-8179-25C8056A04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566296" y="11078715"/>
                <a:ext cx="6338561" cy="0"/>
              </a:xfrm>
              <a:prstGeom prst="line">
                <a:avLst/>
              </a:prstGeom>
              <a:ln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</p:cxnSp>
          <p:cxnSp>
            <p:nvCxnSpPr>
              <p:cNvPr id="2889" name="Straight Connector 2888">
                <a:extLst>
                  <a:ext uri="{FF2B5EF4-FFF2-40B4-BE49-F238E27FC236}">
                    <a16:creationId xmlns:a16="http://schemas.microsoft.com/office/drawing/2014/main" id="{C2A36B30-5E31-D04D-CB86-450BAEBDAE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937911" y="10798907"/>
                <a:ext cx="0" cy="2689200"/>
              </a:xfrm>
              <a:prstGeom prst="line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cxnSp>
            <p:nvCxnSpPr>
              <p:cNvPr id="2890" name="Straight Connector 2889">
                <a:extLst>
                  <a:ext uri="{FF2B5EF4-FFF2-40B4-BE49-F238E27FC236}">
                    <a16:creationId xmlns:a16="http://schemas.microsoft.com/office/drawing/2014/main" id="{67756AA8-752D-A5B4-6F44-E5C7F1F33B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929074" y="13477822"/>
                <a:ext cx="1960918" cy="0"/>
              </a:xfrm>
              <a:prstGeom prst="line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cxnSp>
            <p:nvCxnSpPr>
              <p:cNvPr id="2891" name="Straight Connector 2890">
                <a:extLst>
                  <a:ext uri="{FF2B5EF4-FFF2-40B4-BE49-F238E27FC236}">
                    <a16:creationId xmlns:a16="http://schemas.microsoft.com/office/drawing/2014/main" id="{BF4DD724-74F2-DF56-0AA7-D2FCAD50F4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574570" y="11078715"/>
                <a:ext cx="0" cy="2862000"/>
              </a:xfrm>
              <a:prstGeom prst="line">
                <a:avLst/>
              </a:prstGeom>
              <a:ln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</p:cxnSp>
          <p:cxnSp>
            <p:nvCxnSpPr>
              <p:cNvPr id="2892" name="Straight Connector 2891">
                <a:extLst>
                  <a:ext uri="{FF2B5EF4-FFF2-40B4-BE49-F238E27FC236}">
                    <a16:creationId xmlns:a16="http://schemas.microsoft.com/office/drawing/2014/main" id="{CCDAD977-C1F6-8554-CB48-23C719E2159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566296" y="13931018"/>
                <a:ext cx="2323696" cy="1915"/>
              </a:xfrm>
              <a:prstGeom prst="line">
                <a:avLst/>
              </a:prstGeom>
              <a:ln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</p:cxnSp>
          <p:sp>
            <p:nvSpPr>
              <p:cNvPr id="2893" name="Oval 2892">
                <a:extLst>
                  <a:ext uri="{FF2B5EF4-FFF2-40B4-BE49-F238E27FC236}">
                    <a16:creationId xmlns:a16="http://schemas.microsoft.com/office/drawing/2014/main" id="{9089D83D-9889-F669-FBCB-A108A6773811}"/>
                  </a:ext>
                </a:extLst>
              </p:cNvPr>
              <p:cNvSpPr/>
              <p:nvPr/>
            </p:nvSpPr>
            <p:spPr>
              <a:xfrm>
                <a:off x="17798101" y="9349635"/>
                <a:ext cx="108000" cy="108000"/>
              </a:xfrm>
              <a:prstGeom prst="ellipse">
                <a:avLst/>
              </a:prstGeom>
              <a:solidFill>
                <a:srgbClr val="024059"/>
              </a:solidFill>
              <a:ln>
                <a:solidFill>
                  <a:srgbClr val="024059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894" name="Oval 2893">
                <a:extLst>
                  <a:ext uri="{FF2B5EF4-FFF2-40B4-BE49-F238E27FC236}">
                    <a16:creationId xmlns:a16="http://schemas.microsoft.com/office/drawing/2014/main" id="{40BC10BA-1FB6-5446-E722-432596055D64}"/>
                  </a:ext>
                </a:extLst>
              </p:cNvPr>
              <p:cNvSpPr/>
              <p:nvPr/>
            </p:nvSpPr>
            <p:spPr>
              <a:xfrm>
                <a:off x="18154042" y="8950272"/>
                <a:ext cx="108000" cy="108000"/>
              </a:xfrm>
              <a:prstGeom prst="ellipse">
                <a:avLst/>
              </a:prstGeom>
              <a:solidFill>
                <a:srgbClr val="3A3A3A"/>
              </a:solidFill>
              <a:ln>
                <a:solidFill>
                  <a:srgbClr val="323232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895" name="TextBox 2894">
                <a:extLst>
                  <a:ext uri="{FF2B5EF4-FFF2-40B4-BE49-F238E27FC236}">
                    <a16:creationId xmlns:a16="http://schemas.microsoft.com/office/drawing/2014/main" id="{A00E684A-2079-7AF9-CF43-F84D011942B4}"/>
                  </a:ext>
                </a:extLst>
              </p:cNvPr>
              <p:cNvSpPr txBox="1"/>
              <p:nvPr/>
            </p:nvSpPr>
            <p:spPr>
              <a:xfrm>
                <a:off x="22719600" y="8470988"/>
                <a:ext cx="1473480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52808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/>
                  <a:t>DERIVATIVE_COLUMN_DATA</a:t>
                </a:r>
              </a:p>
            </p:txBody>
          </p:sp>
          <p:sp>
            <p:nvSpPr>
              <p:cNvPr id="2896" name="TextBox 2895">
                <a:extLst>
                  <a:ext uri="{FF2B5EF4-FFF2-40B4-BE49-F238E27FC236}">
                    <a16:creationId xmlns:a16="http://schemas.microsoft.com/office/drawing/2014/main" id="{0AD200C0-A861-170C-9D3C-28F621CF931C}"/>
                  </a:ext>
                </a:extLst>
              </p:cNvPr>
              <p:cNvSpPr txBox="1"/>
              <p:nvPr/>
            </p:nvSpPr>
            <p:spPr>
              <a:xfrm>
                <a:off x="22719600" y="8896550"/>
                <a:ext cx="1723549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00B3B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/>
                  <a:t>DERIVATIVE_COLUMN_METADATA</a:t>
                </a:r>
              </a:p>
            </p:txBody>
          </p:sp>
          <p:sp>
            <p:nvSpPr>
              <p:cNvPr id="2897" name="TextBox 2896">
                <a:extLst>
                  <a:ext uri="{FF2B5EF4-FFF2-40B4-BE49-F238E27FC236}">
                    <a16:creationId xmlns:a16="http://schemas.microsoft.com/office/drawing/2014/main" id="{CF1E69E9-55E2-E59F-87BD-625B5DA4EF92}"/>
                  </a:ext>
                </a:extLst>
              </p:cNvPr>
              <p:cNvSpPr txBox="1"/>
              <p:nvPr/>
            </p:nvSpPr>
            <p:spPr>
              <a:xfrm>
                <a:off x="19276069" y="13825211"/>
                <a:ext cx="1473480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52808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/>
                  <a:t>DERIVATIVE_COLUMN_DATA</a:t>
                </a:r>
              </a:p>
            </p:txBody>
          </p:sp>
          <p:sp>
            <p:nvSpPr>
              <p:cNvPr id="2898" name="TextBox 2897">
                <a:extLst>
                  <a:ext uri="{FF2B5EF4-FFF2-40B4-BE49-F238E27FC236}">
                    <a16:creationId xmlns:a16="http://schemas.microsoft.com/office/drawing/2014/main" id="{7A6A6DEE-FC55-517D-9265-1985F70F6003}"/>
                  </a:ext>
                </a:extLst>
              </p:cNvPr>
              <p:cNvSpPr txBox="1"/>
              <p:nvPr/>
            </p:nvSpPr>
            <p:spPr>
              <a:xfrm>
                <a:off x="19026000" y="13372274"/>
                <a:ext cx="1723549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00B3B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/>
                  <a:t>DERIVATIVE_COLUMN_METADATA</a:t>
                </a:r>
              </a:p>
            </p:txBody>
          </p:sp>
          <p:sp>
            <p:nvSpPr>
              <p:cNvPr id="2899" name="TextBox 2898">
                <a:extLst>
                  <a:ext uri="{FF2B5EF4-FFF2-40B4-BE49-F238E27FC236}">
                    <a16:creationId xmlns:a16="http://schemas.microsoft.com/office/drawing/2014/main" id="{A6DE13F8-41D5-B66C-C9AE-4C72E360D1F6}"/>
                  </a:ext>
                </a:extLst>
              </p:cNvPr>
              <p:cNvSpPr txBox="1"/>
              <p:nvPr/>
            </p:nvSpPr>
            <p:spPr>
              <a:xfrm>
                <a:off x="19115768" y="12926135"/>
                <a:ext cx="1633781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24059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/>
                  <a:t>EPI_COLUMN_PIXEL_METADATA</a:t>
                </a:r>
              </a:p>
            </p:txBody>
          </p:sp>
          <p:sp>
            <p:nvSpPr>
              <p:cNvPr id="2900" name="TextBox 2899">
                <a:extLst>
                  <a:ext uri="{FF2B5EF4-FFF2-40B4-BE49-F238E27FC236}">
                    <a16:creationId xmlns:a16="http://schemas.microsoft.com/office/drawing/2014/main" id="{926EAA98-94EC-BAD3-031B-A83D3294F11D}"/>
                  </a:ext>
                </a:extLst>
              </p:cNvPr>
              <p:cNvSpPr txBox="1"/>
              <p:nvPr/>
            </p:nvSpPr>
            <p:spPr>
              <a:xfrm>
                <a:off x="19365837" y="12482568"/>
                <a:ext cx="1383712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3A3A3A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/>
                  <a:t>EPI_COLUMN_PIXEL_DATA</a:t>
                </a:r>
              </a:p>
            </p:txBody>
          </p:sp>
          <p:sp>
            <p:nvSpPr>
              <p:cNvPr id="2901" name="TextBox 2900">
                <a:extLst>
                  <a:ext uri="{FF2B5EF4-FFF2-40B4-BE49-F238E27FC236}">
                    <a16:creationId xmlns:a16="http://schemas.microsoft.com/office/drawing/2014/main" id="{103FBAED-7C96-821C-C21C-E9D0FB2D8C6C}"/>
                  </a:ext>
                </a:extLst>
              </p:cNvPr>
              <p:cNvSpPr txBox="1"/>
              <p:nvPr/>
            </p:nvSpPr>
            <p:spPr>
              <a:xfrm>
                <a:off x="20221382" y="12040989"/>
                <a:ext cx="510076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/>
                  <a:t>CLOCK</a:t>
                </a:r>
              </a:p>
            </p:txBody>
          </p:sp>
          <p:sp>
            <p:nvSpPr>
              <p:cNvPr id="2902" name="Rectangle 2901">
                <a:extLst>
                  <a:ext uri="{FF2B5EF4-FFF2-40B4-BE49-F238E27FC236}">
                    <a16:creationId xmlns:a16="http://schemas.microsoft.com/office/drawing/2014/main" id="{F7E6EA7E-7288-45E4-6405-CAA4555C6CE4}"/>
                  </a:ext>
                </a:extLst>
              </p:cNvPr>
              <p:cNvSpPr/>
              <p:nvPr/>
            </p:nvSpPr>
            <p:spPr>
              <a:xfrm>
                <a:off x="20890800" y="11900863"/>
                <a:ext cx="2160000" cy="2160000"/>
              </a:xfrm>
              <a:prstGeom prst="rect">
                <a:avLst/>
              </a:prstGeom>
              <a:ln>
                <a:solidFill>
                  <a:srgbClr val="032333"/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dirty="0"/>
                  <a:t>DISPARITY ESTIMATOR BLUE</a:t>
                </a:r>
              </a:p>
            </p:txBody>
          </p:sp>
        </p:grpSp>
        <p:grpSp>
          <p:nvGrpSpPr>
            <p:cNvPr id="2903" name="Group 2902">
              <a:extLst>
                <a:ext uri="{FF2B5EF4-FFF2-40B4-BE49-F238E27FC236}">
                  <a16:creationId xmlns:a16="http://schemas.microsoft.com/office/drawing/2014/main" id="{EA65EAD7-9BC6-BDA6-8E4C-3C6CB35FF356}"/>
                </a:ext>
              </a:extLst>
            </p:cNvPr>
            <p:cNvGrpSpPr/>
            <p:nvPr/>
          </p:nvGrpSpPr>
          <p:grpSpPr>
            <a:xfrm>
              <a:off x="3058068" y="27134301"/>
              <a:ext cx="35280410" cy="3881319"/>
              <a:chOff x="1741269" y="2443900"/>
              <a:chExt cx="35280410" cy="3881319"/>
            </a:xfrm>
          </p:grpSpPr>
          <p:cxnSp>
            <p:nvCxnSpPr>
              <p:cNvPr id="2904" name="Straight Connector 2903">
                <a:extLst>
                  <a:ext uri="{FF2B5EF4-FFF2-40B4-BE49-F238E27FC236}">
                    <a16:creationId xmlns:a16="http://schemas.microsoft.com/office/drawing/2014/main" id="{1CEB1730-DDE7-2180-1553-49DC7412CF1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726152" y="5194104"/>
                <a:ext cx="720000" cy="1"/>
              </a:xfrm>
              <a:prstGeom prst="line">
                <a:avLst/>
              </a:prstGeom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05" name="Straight Connector 2904">
                <a:extLst>
                  <a:ext uri="{FF2B5EF4-FFF2-40B4-BE49-F238E27FC236}">
                    <a16:creationId xmlns:a16="http://schemas.microsoft.com/office/drawing/2014/main" id="{D94EBDEB-1396-CFAA-B999-6A3B5F4A726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726152" y="4774529"/>
                <a:ext cx="720000" cy="1"/>
              </a:xfrm>
              <a:prstGeom prst="line">
                <a:avLst/>
              </a:prstGeom>
              <a:ln/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2906" name="Straight Connector 2905">
                <a:extLst>
                  <a:ext uri="{FF2B5EF4-FFF2-40B4-BE49-F238E27FC236}">
                    <a16:creationId xmlns:a16="http://schemas.microsoft.com/office/drawing/2014/main" id="{594CC8AA-B1A4-9755-0003-EF3A8C2A297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726152" y="5621523"/>
                <a:ext cx="720000" cy="1"/>
              </a:xfrm>
              <a:prstGeom prst="line">
                <a:avLst/>
              </a:prstGeom>
              <a:ln/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</p:cxnSp>
          <p:cxnSp>
            <p:nvCxnSpPr>
              <p:cNvPr id="2907" name="Straight Connector 2906">
                <a:extLst>
                  <a:ext uri="{FF2B5EF4-FFF2-40B4-BE49-F238E27FC236}">
                    <a16:creationId xmlns:a16="http://schemas.microsoft.com/office/drawing/2014/main" id="{2F0004E0-2AD6-E6B7-4D7E-298AAFC5BA1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726152" y="6056882"/>
                <a:ext cx="720000" cy="1"/>
              </a:xfrm>
              <a:prstGeom prst="line">
                <a:avLst/>
              </a:prstGeom>
              <a:ln>
                <a:solidFill>
                  <a:srgbClr val="03233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08" name="Straight Connector 2907">
                <a:extLst>
                  <a:ext uri="{FF2B5EF4-FFF2-40B4-BE49-F238E27FC236}">
                    <a16:creationId xmlns:a16="http://schemas.microsoft.com/office/drawing/2014/main" id="{B6371EAF-922E-532C-12AB-44A62F07C6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635548" y="4774530"/>
                <a:ext cx="4270004" cy="624"/>
              </a:xfrm>
              <a:prstGeom prst="line">
                <a:avLst/>
              </a:prstGeom>
              <a:ln/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2909" name="Straight Connector 2908">
                <a:extLst>
                  <a:ext uri="{FF2B5EF4-FFF2-40B4-BE49-F238E27FC236}">
                    <a16:creationId xmlns:a16="http://schemas.microsoft.com/office/drawing/2014/main" id="{31B9C7E6-D020-229C-22CF-5DF4259AF74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956167" y="5175435"/>
                <a:ext cx="3949383" cy="18670"/>
              </a:xfrm>
              <a:prstGeom prst="line">
                <a:avLst/>
              </a:prstGeom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10" name="Straight Connector 2909">
                <a:extLst>
                  <a:ext uri="{FF2B5EF4-FFF2-40B4-BE49-F238E27FC236}">
                    <a16:creationId xmlns:a16="http://schemas.microsoft.com/office/drawing/2014/main" id="{5DE62E14-5613-52D3-A04E-A431F61B83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128010" y="5621524"/>
                <a:ext cx="3777542" cy="0"/>
              </a:xfrm>
              <a:prstGeom prst="line">
                <a:avLst/>
              </a:prstGeom>
              <a:ln/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</p:cxnSp>
          <p:cxnSp>
            <p:nvCxnSpPr>
              <p:cNvPr id="2911" name="Straight Connector 2910">
                <a:extLst>
                  <a:ext uri="{FF2B5EF4-FFF2-40B4-BE49-F238E27FC236}">
                    <a16:creationId xmlns:a16="http://schemas.microsoft.com/office/drawing/2014/main" id="{CFBE4AAA-E64E-53BB-7D9B-F9FBA76D912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350931" y="6059148"/>
                <a:ext cx="3554621" cy="0"/>
              </a:xfrm>
              <a:prstGeom prst="line">
                <a:avLst/>
              </a:prstGeom>
              <a:ln>
                <a:solidFill>
                  <a:srgbClr val="03233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12" name="Elbow Connector 2911">
                <a:extLst>
                  <a:ext uri="{FF2B5EF4-FFF2-40B4-BE49-F238E27FC236}">
                    <a16:creationId xmlns:a16="http://schemas.microsoft.com/office/drawing/2014/main" id="{8ACB5473-6540-C8AB-2C33-2288DC5789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41269" y="3476181"/>
                <a:ext cx="15170779" cy="875746"/>
              </a:xfrm>
              <a:prstGeom prst="bentConnector3">
                <a:avLst>
                  <a:gd name="adj1" fmla="val 71306"/>
                </a:avLst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913" name="Rectangle 2912">
                <a:extLst>
                  <a:ext uri="{FF2B5EF4-FFF2-40B4-BE49-F238E27FC236}">
                    <a16:creationId xmlns:a16="http://schemas.microsoft.com/office/drawing/2014/main" id="{12FE349D-3FC7-196B-F718-ACCB0792E8E8}"/>
                  </a:ext>
                </a:extLst>
              </p:cNvPr>
              <p:cNvSpPr/>
              <p:nvPr/>
            </p:nvSpPr>
            <p:spPr>
              <a:xfrm>
                <a:off x="16910028" y="4165219"/>
                <a:ext cx="2160000" cy="2160000"/>
              </a:xfrm>
              <a:prstGeom prst="rect">
                <a:avLst/>
              </a:prstGeom>
              <a:ln>
                <a:solidFill>
                  <a:srgbClr val="032333"/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dirty="0"/>
                  <a:t>SHARED FRAME STORAGE BLUE</a:t>
                </a:r>
              </a:p>
            </p:txBody>
          </p:sp>
          <p:cxnSp>
            <p:nvCxnSpPr>
              <p:cNvPr id="2914" name="Straight Connector 2913">
                <a:extLst>
                  <a:ext uri="{FF2B5EF4-FFF2-40B4-BE49-F238E27FC236}">
                    <a16:creationId xmlns:a16="http://schemas.microsoft.com/office/drawing/2014/main" id="{61C1506B-2C1B-888A-B2A4-588414139D3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3700785" y="2447501"/>
                <a:ext cx="23320894" cy="54912"/>
              </a:xfrm>
              <a:prstGeom prst="line">
                <a:avLst/>
              </a:prstGeom>
              <a:ln>
                <a:solidFill>
                  <a:srgbClr val="622C0E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2915" name="Straight Connector 2914">
                <a:extLst>
                  <a:ext uri="{FF2B5EF4-FFF2-40B4-BE49-F238E27FC236}">
                    <a16:creationId xmlns:a16="http://schemas.microsoft.com/office/drawing/2014/main" id="{F080EEAE-3A89-18D5-9C5E-8B9CED0D2D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707660" y="2443900"/>
                <a:ext cx="0" cy="3175200"/>
              </a:xfrm>
              <a:prstGeom prst="line">
                <a:avLst/>
              </a:prstGeom>
              <a:ln>
                <a:solidFill>
                  <a:srgbClr val="622C0E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</p:cxnSp>
          <p:sp>
            <p:nvSpPr>
              <p:cNvPr id="2916" name="Oval 2915">
                <a:extLst>
                  <a:ext uri="{FF2B5EF4-FFF2-40B4-BE49-F238E27FC236}">
                    <a16:creationId xmlns:a16="http://schemas.microsoft.com/office/drawing/2014/main" id="{70AB0A5E-9174-888F-833E-E7B357967C71}"/>
                  </a:ext>
                </a:extLst>
              </p:cNvPr>
              <p:cNvSpPr/>
              <p:nvPr/>
            </p:nvSpPr>
            <p:spPr>
              <a:xfrm>
                <a:off x="13653660" y="5564674"/>
                <a:ext cx="108000" cy="108000"/>
              </a:xfrm>
              <a:prstGeom prst="ellipse">
                <a:avLst/>
              </a:prstGeom>
              <a:solidFill>
                <a:srgbClr val="622C0E"/>
              </a:solidFill>
              <a:ln>
                <a:solidFill>
                  <a:srgbClr val="622C0E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917" name="Straight Connector 2916">
                <a:extLst>
                  <a:ext uri="{FF2B5EF4-FFF2-40B4-BE49-F238E27FC236}">
                    <a16:creationId xmlns:a16="http://schemas.microsoft.com/office/drawing/2014/main" id="{4FF897FE-AF17-5D58-B715-95808A3B57D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4054279" y="2829101"/>
                <a:ext cx="22598272" cy="54508"/>
              </a:xfrm>
              <a:prstGeom prst="line">
                <a:avLst/>
              </a:prstGeom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18" name="Straight Connector 2917">
                <a:extLst>
                  <a:ext uri="{FF2B5EF4-FFF2-40B4-BE49-F238E27FC236}">
                    <a16:creationId xmlns:a16="http://schemas.microsoft.com/office/drawing/2014/main" id="{8258E7E7-CDD1-B8F9-0722-7A0C5F1208C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054279" y="2821901"/>
                <a:ext cx="5379" cy="2383200"/>
              </a:xfrm>
              <a:prstGeom prst="line">
                <a:avLst/>
              </a:prstGeom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19" name="Oval 2918">
                <a:extLst>
                  <a:ext uri="{FF2B5EF4-FFF2-40B4-BE49-F238E27FC236}">
                    <a16:creationId xmlns:a16="http://schemas.microsoft.com/office/drawing/2014/main" id="{9CF31436-CF7B-C129-7D65-82B06662F1EC}"/>
                  </a:ext>
                </a:extLst>
              </p:cNvPr>
              <p:cNvSpPr/>
              <p:nvPr/>
            </p:nvSpPr>
            <p:spPr>
              <a:xfrm>
                <a:off x="14000279" y="5139242"/>
                <a:ext cx="108000" cy="108000"/>
              </a:xfrm>
              <a:prstGeom prst="ellipse">
                <a:avLst/>
              </a:prstGeom>
              <a:solidFill>
                <a:srgbClr val="47D45A"/>
              </a:solidFill>
              <a:ln>
                <a:solidFill>
                  <a:srgbClr val="47D45A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920" name="Straight Connector 2919">
                <a:extLst>
                  <a:ext uri="{FF2B5EF4-FFF2-40B4-BE49-F238E27FC236}">
                    <a16:creationId xmlns:a16="http://schemas.microsoft.com/office/drawing/2014/main" id="{B9BCD01B-ABC7-3E76-2656-43ABCFEB915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422701" y="3189101"/>
                <a:ext cx="21882671" cy="0"/>
              </a:xfrm>
              <a:prstGeom prst="line">
                <a:avLst/>
              </a:prstGeom>
              <a:ln>
                <a:solidFill>
                  <a:srgbClr val="1B440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21" name="Straight Connector 2920">
                <a:extLst>
                  <a:ext uri="{FF2B5EF4-FFF2-40B4-BE49-F238E27FC236}">
                    <a16:creationId xmlns:a16="http://schemas.microsoft.com/office/drawing/2014/main" id="{B77D22F1-5C1F-BDFA-57FF-0791A04ABD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429745" y="3181900"/>
                <a:ext cx="0" cy="1602000"/>
              </a:xfrm>
              <a:prstGeom prst="line">
                <a:avLst/>
              </a:prstGeom>
              <a:ln>
                <a:solidFill>
                  <a:srgbClr val="1B440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22" name="Oval 2921">
                <a:extLst>
                  <a:ext uri="{FF2B5EF4-FFF2-40B4-BE49-F238E27FC236}">
                    <a16:creationId xmlns:a16="http://schemas.microsoft.com/office/drawing/2014/main" id="{AD13C35C-73A5-C25E-99C8-E72C10FDD240}"/>
                  </a:ext>
                </a:extLst>
              </p:cNvPr>
              <p:cNvSpPr/>
              <p:nvPr/>
            </p:nvSpPr>
            <p:spPr>
              <a:xfrm>
                <a:off x="14375745" y="4723546"/>
                <a:ext cx="108000" cy="108000"/>
              </a:xfrm>
              <a:prstGeom prst="ellipse">
                <a:avLst/>
              </a:prstGeom>
              <a:solidFill>
                <a:srgbClr val="1D440D"/>
              </a:solidFill>
              <a:ln>
                <a:solidFill>
                  <a:srgbClr val="1D440D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23" name="TextBox 2922">
                <a:extLst>
                  <a:ext uri="{FF2B5EF4-FFF2-40B4-BE49-F238E27FC236}">
                    <a16:creationId xmlns:a16="http://schemas.microsoft.com/office/drawing/2014/main" id="{B58073B1-A8DF-8163-7DF2-BAAF47378F0E}"/>
                  </a:ext>
                </a:extLst>
              </p:cNvPr>
              <p:cNvSpPr txBox="1"/>
              <p:nvPr/>
            </p:nvSpPr>
            <p:spPr>
              <a:xfrm>
                <a:off x="11865452" y="4671936"/>
                <a:ext cx="1702710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1C430C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WRITE_INSTRUCTIONS_FOR_RAM</a:t>
                </a:r>
              </a:p>
            </p:txBody>
          </p:sp>
          <p:sp>
            <p:nvSpPr>
              <p:cNvPr id="2924" name="TextBox 2923">
                <a:extLst>
                  <a:ext uri="{FF2B5EF4-FFF2-40B4-BE49-F238E27FC236}">
                    <a16:creationId xmlns:a16="http://schemas.microsoft.com/office/drawing/2014/main" id="{11A84EDE-E6DC-E385-BC66-A1A2D4D75DB3}"/>
                  </a:ext>
                </a:extLst>
              </p:cNvPr>
              <p:cNvSpPr txBox="1"/>
              <p:nvPr/>
            </p:nvSpPr>
            <p:spPr>
              <a:xfrm>
                <a:off x="11865452" y="5088766"/>
                <a:ext cx="1184940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7D45A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WRITE_DATA_TO_RAM</a:t>
                </a:r>
              </a:p>
            </p:txBody>
          </p:sp>
          <p:sp>
            <p:nvSpPr>
              <p:cNvPr id="2925" name="TextBox 2924">
                <a:extLst>
                  <a:ext uri="{FF2B5EF4-FFF2-40B4-BE49-F238E27FC236}">
                    <a16:creationId xmlns:a16="http://schemas.microsoft.com/office/drawing/2014/main" id="{DBD7F3CA-2026-6746-BD46-7AB780DA84D4}"/>
                  </a:ext>
                </a:extLst>
              </p:cNvPr>
              <p:cNvSpPr txBox="1"/>
              <p:nvPr/>
            </p:nvSpPr>
            <p:spPr>
              <a:xfrm>
                <a:off x="11865452" y="5514604"/>
                <a:ext cx="1366080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612C0F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READ_ADDRESS_ON_RAM</a:t>
                </a:r>
              </a:p>
            </p:txBody>
          </p:sp>
          <p:sp>
            <p:nvSpPr>
              <p:cNvPr id="2926" name="TextBox 2925">
                <a:extLst>
                  <a:ext uri="{FF2B5EF4-FFF2-40B4-BE49-F238E27FC236}">
                    <a16:creationId xmlns:a16="http://schemas.microsoft.com/office/drawing/2014/main" id="{25B110C6-3911-EA76-7546-0F956E03D094}"/>
                  </a:ext>
                </a:extLst>
              </p:cNvPr>
              <p:cNvSpPr txBox="1"/>
              <p:nvPr/>
            </p:nvSpPr>
            <p:spPr>
              <a:xfrm>
                <a:off x="11865452" y="5949602"/>
                <a:ext cx="1617751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42233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BANKS_5_TO_8_USER_MODULE</a:t>
                </a:r>
              </a:p>
            </p:txBody>
          </p:sp>
          <p:sp>
            <p:nvSpPr>
              <p:cNvPr id="2927" name="TextBox 2926">
                <a:extLst>
                  <a:ext uri="{FF2B5EF4-FFF2-40B4-BE49-F238E27FC236}">
                    <a16:creationId xmlns:a16="http://schemas.microsoft.com/office/drawing/2014/main" id="{27102EF2-E44E-FD15-8015-317F6175BB56}"/>
                  </a:ext>
                </a:extLst>
              </p:cNvPr>
              <p:cNvSpPr txBox="1"/>
              <p:nvPr/>
            </p:nvSpPr>
            <p:spPr>
              <a:xfrm>
                <a:off x="16238003" y="4247791"/>
                <a:ext cx="510076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CLOCK</a:t>
                </a:r>
              </a:p>
            </p:txBody>
          </p:sp>
          <p:sp>
            <p:nvSpPr>
              <p:cNvPr id="2928" name="TextBox 2927">
                <a:extLst>
                  <a:ext uri="{FF2B5EF4-FFF2-40B4-BE49-F238E27FC236}">
                    <a16:creationId xmlns:a16="http://schemas.microsoft.com/office/drawing/2014/main" id="{3539CE4E-A3FF-44F7-56A5-EC0A112575FF}"/>
                  </a:ext>
                </a:extLst>
              </p:cNvPr>
              <p:cNvSpPr txBox="1"/>
              <p:nvPr/>
            </p:nvSpPr>
            <p:spPr>
              <a:xfrm>
                <a:off x="15045369" y="4671936"/>
                <a:ext cx="1702710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1C430C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WRITE_INSTRUCTIONS_FOR_RAM</a:t>
                </a:r>
              </a:p>
            </p:txBody>
          </p:sp>
          <p:sp>
            <p:nvSpPr>
              <p:cNvPr id="2929" name="TextBox 2928">
                <a:extLst>
                  <a:ext uri="{FF2B5EF4-FFF2-40B4-BE49-F238E27FC236}">
                    <a16:creationId xmlns:a16="http://schemas.microsoft.com/office/drawing/2014/main" id="{01F7F799-29F4-7B92-E615-CF4924E2A517}"/>
                  </a:ext>
                </a:extLst>
              </p:cNvPr>
              <p:cNvSpPr txBox="1"/>
              <p:nvPr/>
            </p:nvSpPr>
            <p:spPr>
              <a:xfrm>
                <a:off x="15563139" y="5075514"/>
                <a:ext cx="1184940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7D45A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WRITE_DATA_TO_RAM</a:t>
                </a:r>
              </a:p>
            </p:txBody>
          </p:sp>
          <p:sp>
            <p:nvSpPr>
              <p:cNvPr id="2930" name="TextBox 2929">
                <a:extLst>
                  <a:ext uri="{FF2B5EF4-FFF2-40B4-BE49-F238E27FC236}">
                    <a16:creationId xmlns:a16="http://schemas.microsoft.com/office/drawing/2014/main" id="{0E88140C-3473-FF7F-F54D-4EC20A3FD37E}"/>
                  </a:ext>
                </a:extLst>
              </p:cNvPr>
              <p:cNvSpPr txBox="1"/>
              <p:nvPr/>
            </p:nvSpPr>
            <p:spPr>
              <a:xfrm>
                <a:off x="15381999" y="5514604"/>
                <a:ext cx="1366080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612C0F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READ_ADDRESS_ON_RAM</a:t>
                </a:r>
              </a:p>
            </p:txBody>
          </p:sp>
          <p:sp>
            <p:nvSpPr>
              <p:cNvPr id="2931" name="TextBox 2930">
                <a:extLst>
                  <a:ext uri="{FF2B5EF4-FFF2-40B4-BE49-F238E27FC236}">
                    <a16:creationId xmlns:a16="http://schemas.microsoft.com/office/drawing/2014/main" id="{AB0E0329-FB68-169C-9D49-EFDE55E8C0E1}"/>
                  </a:ext>
                </a:extLst>
              </p:cNvPr>
              <p:cNvSpPr txBox="1"/>
              <p:nvPr/>
            </p:nvSpPr>
            <p:spPr>
              <a:xfrm>
                <a:off x="15130328" y="5949602"/>
                <a:ext cx="1617751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42233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BANKS_5_TO_8_USER_MODULE</a:t>
                </a:r>
              </a:p>
            </p:txBody>
          </p:sp>
        </p:grpSp>
        <p:cxnSp>
          <p:nvCxnSpPr>
            <p:cNvPr id="2932" name="Straight Connector 2931">
              <a:extLst>
                <a:ext uri="{FF2B5EF4-FFF2-40B4-BE49-F238E27FC236}">
                  <a16:creationId xmlns:a16="http://schemas.microsoft.com/office/drawing/2014/main" id="{721F0B1D-7A28-1A14-EBC1-6BEAEF344AC1}"/>
                </a:ext>
              </a:extLst>
            </p:cNvPr>
            <p:cNvCxnSpPr>
              <a:cxnSpLocks/>
            </p:cNvCxnSpPr>
            <p:nvPr/>
          </p:nvCxnSpPr>
          <p:spPr>
            <a:xfrm>
              <a:off x="24369569" y="37743842"/>
              <a:ext cx="483512" cy="0"/>
            </a:xfrm>
            <a:prstGeom prst="line">
              <a:avLst/>
            </a:prstGeom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3" name="Straight Connector 2932">
              <a:extLst>
                <a:ext uri="{FF2B5EF4-FFF2-40B4-BE49-F238E27FC236}">
                  <a16:creationId xmlns:a16="http://schemas.microsoft.com/office/drawing/2014/main" id="{CCDBE14A-4EA7-DAB4-6C24-51089827CF5B}"/>
                </a:ext>
              </a:extLst>
            </p:cNvPr>
            <p:cNvCxnSpPr>
              <a:cxnSpLocks/>
            </p:cNvCxnSpPr>
            <p:nvPr/>
          </p:nvCxnSpPr>
          <p:spPr>
            <a:xfrm>
              <a:off x="25386481" y="37748733"/>
              <a:ext cx="3563555" cy="0"/>
            </a:xfrm>
            <a:prstGeom prst="line">
              <a:avLst/>
            </a:prstGeom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34" name="TextBox 2933">
              <a:extLst>
                <a:ext uri="{FF2B5EF4-FFF2-40B4-BE49-F238E27FC236}">
                  <a16:creationId xmlns:a16="http://schemas.microsoft.com/office/drawing/2014/main" id="{F5FE294E-613F-9ED3-7247-08434005ECF3}"/>
                </a:ext>
              </a:extLst>
            </p:cNvPr>
            <p:cNvSpPr txBox="1"/>
            <p:nvPr/>
          </p:nvSpPr>
          <p:spPr>
            <a:xfrm>
              <a:off x="24521892" y="37639748"/>
              <a:ext cx="1399742" cy="21544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D86ECC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800" dirty="0"/>
                <a:t>DISPARITY_DATA_AT_PIXEL</a:t>
              </a:r>
            </a:p>
          </p:txBody>
        </p:sp>
        <p:cxnSp>
          <p:nvCxnSpPr>
            <p:cNvPr id="2935" name="Straight Connector 2934">
              <a:extLst>
                <a:ext uri="{FF2B5EF4-FFF2-40B4-BE49-F238E27FC236}">
                  <a16:creationId xmlns:a16="http://schemas.microsoft.com/office/drawing/2014/main" id="{7C8A98F5-D1B8-0664-E836-9FA00DFD0D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881724" y="34139633"/>
              <a:ext cx="720000" cy="1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6" name="Straight Connector 2935">
              <a:extLst>
                <a:ext uri="{FF2B5EF4-FFF2-40B4-BE49-F238E27FC236}">
                  <a16:creationId xmlns:a16="http://schemas.microsoft.com/office/drawing/2014/main" id="{E7D34762-B195-6668-145A-885010FF1A66}"/>
                </a:ext>
              </a:extLst>
            </p:cNvPr>
            <p:cNvCxnSpPr>
              <a:cxnSpLocks/>
            </p:cNvCxnSpPr>
            <p:nvPr/>
          </p:nvCxnSpPr>
          <p:spPr>
            <a:xfrm>
              <a:off x="25137451" y="34145895"/>
              <a:ext cx="4371107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37" name="TextBox 2936">
              <a:extLst>
                <a:ext uri="{FF2B5EF4-FFF2-40B4-BE49-F238E27FC236}">
                  <a16:creationId xmlns:a16="http://schemas.microsoft.com/office/drawing/2014/main" id="{27C33799-E328-C9BA-8267-9DC12BFD032F}"/>
                </a:ext>
              </a:extLst>
            </p:cNvPr>
            <p:cNvSpPr txBox="1"/>
            <p:nvPr/>
          </p:nvSpPr>
          <p:spPr>
            <a:xfrm>
              <a:off x="24045141" y="34028551"/>
              <a:ext cx="1556836" cy="21544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800" dirty="0"/>
                <a:t>CONFIDENCE_DATA_AT_PIXEL</a:t>
              </a:r>
            </a:p>
          </p:txBody>
        </p:sp>
        <p:cxnSp>
          <p:nvCxnSpPr>
            <p:cNvPr id="2947" name="Straight Connector 2946">
              <a:extLst>
                <a:ext uri="{FF2B5EF4-FFF2-40B4-BE49-F238E27FC236}">
                  <a16:creationId xmlns:a16="http://schemas.microsoft.com/office/drawing/2014/main" id="{9BF93617-C783-5C8D-736D-E37CE1AD2CB1}"/>
                </a:ext>
              </a:extLst>
            </p:cNvPr>
            <p:cNvCxnSpPr>
              <a:cxnSpLocks/>
            </p:cNvCxnSpPr>
            <p:nvPr/>
          </p:nvCxnSpPr>
          <p:spPr>
            <a:xfrm>
              <a:off x="20381279" y="29821727"/>
              <a:ext cx="8009571" cy="0"/>
            </a:xfrm>
            <a:prstGeom prst="line">
              <a:avLst/>
            </a:prstGeom>
            <a:ln/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</p:cxnSp>
        <p:sp>
          <p:nvSpPr>
            <p:cNvPr id="2948" name="TextBox 2947">
              <a:extLst>
                <a:ext uri="{FF2B5EF4-FFF2-40B4-BE49-F238E27FC236}">
                  <a16:creationId xmlns:a16="http://schemas.microsoft.com/office/drawing/2014/main" id="{17034343-2725-2B5E-19DE-567B1E4E0274}"/>
                </a:ext>
              </a:extLst>
            </p:cNvPr>
            <p:cNvSpPr txBox="1"/>
            <p:nvPr/>
          </p:nvSpPr>
          <p:spPr>
            <a:xfrm>
              <a:off x="20524470" y="29718764"/>
              <a:ext cx="1297150" cy="21544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00B3B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800" dirty="0"/>
                <a:t>READ_DATA_FROM_RAM</a:t>
              </a:r>
            </a:p>
          </p:txBody>
        </p:sp>
        <p:sp>
          <p:nvSpPr>
            <p:cNvPr id="2949" name="Oval 2948">
              <a:extLst>
                <a:ext uri="{FF2B5EF4-FFF2-40B4-BE49-F238E27FC236}">
                  <a16:creationId xmlns:a16="http://schemas.microsoft.com/office/drawing/2014/main" id="{2EC68E92-9087-4B51-9D3B-62F2136CF64D}"/>
                </a:ext>
              </a:extLst>
            </p:cNvPr>
            <p:cNvSpPr/>
            <p:nvPr/>
          </p:nvSpPr>
          <p:spPr>
            <a:xfrm>
              <a:off x="22258717" y="29767243"/>
              <a:ext cx="108000" cy="108000"/>
            </a:xfrm>
            <a:prstGeom prst="ellipse">
              <a:avLst/>
            </a:prstGeom>
            <a:solidFill>
              <a:srgbClr val="400B3B"/>
            </a:solidFill>
            <a:ln>
              <a:solidFill>
                <a:srgbClr val="400B3B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60" name="TextBox 2959">
              <a:extLst>
                <a:ext uri="{FF2B5EF4-FFF2-40B4-BE49-F238E27FC236}">
                  <a16:creationId xmlns:a16="http://schemas.microsoft.com/office/drawing/2014/main" id="{9E07F88A-1374-9A04-63E0-E00C040EC2EB}"/>
                </a:ext>
              </a:extLst>
            </p:cNvPr>
            <p:cNvSpPr txBox="1"/>
            <p:nvPr/>
          </p:nvSpPr>
          <p:spPr>
            <a:xfrm>
              <a:off x="37963929" y="28117800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5500198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1079</TotalTime>
  <Words>823</Words>
  <Application>Microsoft Macintosh PowerPoint</Application>
  <PresentationFormat>Custom</PresentationFormat>
  <Paragraphs>165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Biswas</dc:creator>
  <cp:lastModifiedBy>Daniel Biswas</cp:lastModifiedBy>
  <cp:revision>26</cp:revision>
  <dcterms:created xsi:type="dcterms:W3CDTF">2026-04-13T02:29:08Z</dcterms:created>
  <dcterms:modified xsi:type="dcterms:W3CDTF">2026-04-14T01:45:30Z</dcterms:modified>
</cp:coreProperties>
</file>